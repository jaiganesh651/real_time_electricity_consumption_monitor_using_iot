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0.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0.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8.xml" ContentType="application/vnd.openxmlformats-officedocument.theme+xml"/>
  <Override PartName="/ppt/slideLayouts/slideLayout22.xml" ContentType="application/vnd.openxmlformats-officedocument.presentationml.slideLayout+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28.xml.rels" ContentType="application/vnd.openxmlformats-package.relationships+xml"/>
  <Override PartName="/ppt/slideLayouts/_rels/slideLayout30.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27.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31.xml.rels" ContentType="application/vnd.openxmlformats-package.relationships+xml"/>
  <Override PartName="/ppt/slideLayouts/_rels/slideLayout29.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37.xml.rels" ContentType="application/vnd.openxmlformats-package.relationships+xml"/>
  <Override PartName="/ppt/slideLayouts/_rels/slideLayout26.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9.xml" ContentType="application/vnd.openxmlformats-officedocument.presentationml.slideLayout+xml"/>
  <Override PartName="/ppt/slideLayouts/slideLayout33.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31.xml" ContentType="application/vnd.openxmlformats-officedocument.presentationml.slideLayout+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2.xml" ContentType="application/vnd.openxmlformats-officedocument.presentationml.slideLayout+xml"/>
  <Override PartName="/ppt/slideLayouts/slideLayout8.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13.xml" ContentType="application/vnd.openxmlformats-officedocument.presentationml.slideLayout+xml"/>
  <Override PartName="/ppt/slideLayouts/slideLayout37.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4.xml" ContentType="application/vnd.openxmlformats-officedocument.presentationml.slideLayout+xml"/>
  <Override PartName="/ppt/_rels/presentation.xml.rels" ContentType="application/vnd.openxmlformats-package.relationships+xml"/>
  <Override PartName="/ppt/media/image1.png" ContentType="image/png"/>
  <Override PartName="/ppt/media/image2.png" ContentType="image/png"/>
  <Override PartName="/ppt/media/image3.jpeg" ContentType="image/jpeg"/>
  <Override PartName="/ppt/media/image4.jpeg" ContentType="image/jpe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12.png" ContentType="image/png"/>
  <Override PartName="/ppt/media/image9.png" ContentType="image/png"/>
  <Override PartName="/ppt/media/image13.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notesSlides/_rels/notesSlide1.xml.rels" ContentType="application/vnd.openxmlformats-package.relationships+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x="9144000" cy="55626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0.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trike="noStrike" u="none">
                <a:solidFill>
                  <a:schemeClr val="lt1"/>
                </a:solidFill>
                <a:effectLst/>
                <a:uFillTx/>
                <a:latin typeface="Century Gothic"/>
              </a:rPr>
              <a:t>Click to move the slide</a:t>
            </a:r>
            <a:endParaRPr b="0" lang="en-US" sz="1800" strike="noStrike" u="none">
              <a:solidFill>
                <a:schemeClr val="lt1"/>
              </a:solidFill>
              <a:effectLst/>
              <a:uFillTx/>
              <a:latin typeface="Century Gothic"/>
            </a:endParaRPr>
          </a:p>
        </p:txBody>
      </p:sp>
      <p:sp>
        <p:nvSpPr>
          <p:cNvPr id="27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IN" sz="2000" strike="noStrike" u="none">
                <a:solidFill>
                  <a:srgbClr val="000000"/>
                </a:solidFill>
                <a:effectLst/>
                <a:uFillTx/>
                <a:latin typeface="Arial"/>
              </a:rPr>
              <a:t>Click to edit the notes format</a:t>
            </a:r>
            <a:endParaRPr b="0" lang="en-IN" sz="2000" strike="noStrike" u="none">
              <a:solidFill>
                <a:srgbClr val="000000"/>
              </a:solidFill>
              <a:effectLst/>
              <a:uFillTx/>
              <a:latin typeface="Arial"/>
            </a:endParaRPr>
          </a:p>
        </p:txBody>
      </p:sp>
      <p:sp>
        <p:nvSpPr>
          <p:cNvPr id="27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trike="noStrike" u="none">
                <a:solidFill>
                  <a:srgbClr val="000000"/>
                </a:solidFill>
                <a:effectLst/>
                <a:uFillTx/>
                <a:latin typeface="Times New Roman"/>
              </a:rPr>
              <a:t>&lt;header&gt;</a:t>
            </a:r>
            <a:endParaRPr b="0" lang="en-IN" sz="1400" strike="noStrike" u="none">
              <a:solidFill>
                <a:srgbClr val="000000"/>
              </a:solidFill>
              <a:effectLst/>
              <a:uFillTx/>
              <a:latin typeface="Times New Roman"/>
            </a:endParaRPr>
          </a:p>
        </p:txBody>
      </p:sp>
      <p:sp>
        <p:nvSpPr>
          <p:cNvPr id="275" name="PlaceHolder 4"/>
          <p:cNvSpPr>
            <a:spLocks noGrp="1"/>
          </p:cNvSpPr>
          <p:nvPr>
            <p:ph type="dt" idx="112"/>
          </p:nvPr>
        </p:nvSpPr>
        <p:spPr>
          <a:xfrm>
            <a:off x="4278960" y="0"/>
            <a:ext cx="3280680" cy="534240"/>
          </a:xfrm>
          <a:prstGeom prst="rect">
            <a:avLst/>
          </a:prstGeom>
          <a:noFill/>
          <a:ln w="0">
            <a:noFill/>
          </a:ln>
        </p:spPr>
        <p:txBody>
          <a:bodyPr lIns="0" rIns="0" tIns="0" bIns="0" anchor="t">
            <a:noAutofit/>
          </a:bodyPr>
          <a:lstStyle>
            <a:lvl1pPr indent="0" algn="r">
              <a:buNone/>
              <a:defRPr b="0" lang="en-IN" sz="1400" strike="noStrike" u="none">
                <a:solidFill>
                  <a:srgbClr val="000000"/>
                </a:solidFill>
                <a:effectLst/>
                <a:uFillTx/>
                <a:latin typeface="Times New Roman"/>
              </a:defRPr>
            </a:lvl1pPr>
          </a:lstStyle>
          <a:p>
            <a:pPr indent="0" algn="r">
              <a:buNone/>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276" name="PlaceHolder 5"/>
          <p:cNvSpPr>
            <a:spLocks noGrp="1"/>
          </p:cNvSpPr>
          <p:nvPr>
            <p:ph type="ftr" idx="113"/>
          </p:nvPr>
        </p:nvSpPr>
        <p:spPr>
          <a:xfrm>
            <a:off x="0" y="10157400"/>
            <a:ext cx="3280680" cy="534240"/>
          </a:xfrm>
          <a:prstGeom prst="rect">
            <a:avLst/>
          </a:prstGeom>
          <a:noFill/>
          <a:ln w="0">
            <a:noFill/>
          </a:ln>
        </p:spPr>
        <p:txBody>
          <a:bodyPr lIns="0" rIns="0" tIns="0" bIns="0" anchor="b">
            <a:noAutofit/>
          </a:bodyPr>
          <a:lstStyle>
            <a:lvl1pPr indent="0">
              <a:buNone/>
              <a:defRPr b="0" lang="en-IN" sz="1400" strike="noStrike" u="none">
                <a:solidFill>
                  <a:srgbClr val="000000"/>
                </a:solidFill>
                <a:effectLst/>
                <a:uFillTx/>
                <a:latin typeface="Times New Roman"/>
              </a:defRPr>
            </a:lvl1pPr>
          </a:lstStyle>
          <a:p>
            <a:pPr indent="0">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277" name="PlaceHolder 6"/>
          <p:cNvSpPr>
            <a:spLocks noGrp="1"/>
          </p:cNvSpPr>
          <p:nvPr>
            <p:ph type="sldNum" idx="114"/>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trike="noStrike" u="none">
                <a:solidFill>
                  <a:srgbClr val="000000"/>
                </a:solidFill>
                <a:effectLst/>
                <a:uFillTx/>
                <a:latin typeface="Times New Roman"/>
              </a:defRPr>
            </a:lvl1pPr>
          </a:lstStyle>
          <a:p>
            <a:pPr indent="0" algn="r">
              <a:buNone/>
            </a:pPr>
            <a:fld id="{75B47C43-86C2-45E0-AFB1-A50110446B6B}" type="slidenum">
              <a:rPr b="0" lang="en-IN" sz="1400" strike="noStrike" u="none">
                <a:solidFill>
                  <a:srgbClr val="000000"/>
                </a:solidFill>
                <a:effectLst/>
                <a:uFillTx/>
                <a:latin typeface="Times New Roman"/>
              </a:rPr>
              <a:t>&lt;number&gt;</a:t>
            </a:fld>
            <a:endParaRPr b="0" lang="en-IN"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Img"/>
          </p:nvPr>
        </p:nvSpPr>
        <p:spPr>
          <a:xfrm>
            <a:off x="814320" y="1336680"/>
            <a:ext cx="5930640" cy="3607920"/>
          </a:xfrm>
          <a:prstGeom prst="rect">
            <a:avLst/>
          </a:prstGeom>
          <a:ln w="0">
            <a:noFill/>
          </a:ln>
        </p:spPr>
      </p:sp>
      <p:sp>
        <p:nvSpPr>
          <p:cNvPr id="339" name="PlaceHolder 2"/>
          <p:cNvSpPr>
            <a:spLocks noGrp="1"/>
          </p:cNvSpPr>
          <p:nvPr>
            <p:ph type="body"/>
          </p:nvPr>
        </p:nvSpPr>
        <p:spPr>
          <a:xfrm>
            <a:off x="755640" y="5145120"/>
            <a:ext cx="6048000" cy="4209840"/>
          </a:xfrm>
          <a:prstGeom prst="rect">
            <a:avLst/>
          </a:prstGeom>
          <a:noFill/>
          <a:ln w="0">
            <a:noFill/>
          </a:ln>
        </p:spPr>
        <p:txBody>
          <a:bodyPr lIns="91440" rIns="91440" tIns="45720" bIns="45720" anchor="t">
            <a:noAutofit/>
          </a:bodyPr>
          <a:p>
            <a:pPr indent="0">
              <a:buNone/>
            </a:pPr>
            <a:endParaRPr b="0" lang="en-IN" sz="1800" strike="noStrike" u="none">
              <a:solidFill>
                <a:srgbClr val="000000"/>
              </a:solidFill>
              <a:effectLst/>
              <a:uFillTx/>
              <a:latin typeface="Arial"/>
            </a:endParaRPr>
          </a:p>
        </p:txBody>
      </p:sp>
      <p:sp>
        <p:nvSpPr>
          <p:cNvPr id="340" name="PlaceHolder 3"/>
          <p:cNvSpPr>
            <a:spLocks noGrp="1"/>
          </p:cNvSpPr>
          <p:nvPr>
            <p:ph type="sldNum" idx="115"/>
          </p:nvPr>
        </p:nvSpPr>
        <p:spPr>
          <a:xfrm>
            <a:off x="4281480" y="10155240"/>
            <a:ext cx="3276360" cy="536040"/>
          </a:xfrm>
          <a:prstGeom prst="rect">
            <a:avLst/>
          </a:prstGeom>
          <a:noFill/>
          <a:ln w="0">
            <a:noFill/>
          </a:ln>
        </p:spPr>
        <p:txBody>
          <a:bodyPr lIns="91440" rIns="91440" tIns="45720" bIns="45720" anchor="b">
            <a:noAutofit/>
          </a:bodyPr>
          <a:lstStyle>
            <a:lvl1pPr indent="0" algn="r">
              <a:lnSpc>
                <a:spcPct val="100000"/>
              </a:lnSpc>
              <a:buNone/>
              <a:defRPr b="0" lang="en-IN" sz="1200" strike="noStrike" u="none">
                <a:solidFill>
                  <a:srgbClr val="000000"/>
                </a:solidFill>
                <a:effectLst/>
                <a:uFillTx/>
                <a:latin typeface="Times New Roman"/>
              </a:defRPr>
            </a:lvl1pPr>
          </a:lstStyle>
          <a:p>
            <a:pPr indent="0" algn="r">
              <a:lnSpc>
                <a:spcPct val="100000"/>
              </a:lnSpc>
              <a:buNone/>
            </a:pPr>
            <a:fld id="{CAB22E93-4E4B-438E-BFB3-31FE0C21C0EF}" type="slidenum">
              <a:rPr b="0" lang="en-IN"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000000"/>
        </a:solidFill>
      </p:bgPr>
    </p:bg>
    <p:spTree>
      <p:nvGrpSpPr>
        <p:cNvPr id="1" name=""/>
        <p:cNvGrpSpPr/>
        <p:nvPr/>
      </p:nvGrpSpPr>
      <p:grpSpPr>
        <a:xfrm>
          <a:off x="0" y="0"/>
          <a:ext cx="0" cy="0"/>
          <a:chOff x="0" y="0"/>
          <a:chExt cx="0" cy="0"/>
        </a:xfrm>
      </p:grpSpPr>
      <p:pic>
        <p:nvPicPr>
          <p:cNvPr id="0" name="Picture 6" descr="C0-HD-TOP.png"/>
          <p:cNvPicPr/>
          <p:nvPr/>
        </p:nvPicPr>
        <p:blipFill>
          <a:blip r:embed="rId2"/>
          <a:stretch/>
        </p:blipFill>
        <p:spPr>
          <a:xfrm>
            <a:off x="0" y="0"/>
            <a:ext cx="9143640" cy="1168920"/>
          </a:xfrm>
          <a:prstGeom prst="rect">
            <a:avLst/>
          </a:prstGeom>
          <a:noFill/>
          <a:ln w="0">
            <a:noFill/>
          </a:ln>
        </p:spPr>
      </p:pic>
      <p:pic>
        <p:nvPicPr>
          <p:cNvPr id="1" name="Picture 6" descr="C0-HD-BTM.png"/>
          <p:cNvPicPr/>
          <p:nvPr/>
        </p:nvPicPr>
        <p:blipFill>
          <a:blip r:embed="rId3"/>
          <a:stretch/>
        </p:blipFill>
        <p:spPr>
          <a:xfrm>
            <a:off x="0" y="3548880"/>
            <a:ext cx="9143640" cy="2013480"/>
          </a:xfrm>
          <a:prstGeom prst="rect">
            <a:avLst/>
          </a:prstGeom>
          <a:noFill/>
          <a:ln w="0">
            <a:noFill/>
          </a:ln>
        </p:spPr>
      </p:pic>
      <p:sp>
        <p:nvSpPr>
          <p:cNvPr id="2" name="PlaceHolder 1"/>
          <p:cNvSpPr>
            <a:spLocks noGrp="1"/>
          </p:cNvSpPr>
          <p:nvPr>
            <p:ph type="title"/>
          </p:nvPr>
        </p:nvSpPr>
        <p:spPr>
          <a:xfrm>
            <a:off x="1028880" y="1462680"/>
            <a:ext cx="7086240" cy="1479960"/>
          </a:xfrm>
          <a:prstGeom prst="rect">
            <a:avLst/>
          </a:prstGeom>
          <a:noFill/>
          <a:ln w="0">
            <a:noFill/>
          </a:ln>
        </p:spPr>
        <p:txBody>
          <a:bodyPr lIns="91440" rIns="91440" tIns="45720" bIns="45720" anchor="b">
            <a:normAutofit/>
          </a:bodyPr>
          <a:p>
            <a:pPr indent="0" defTabSz="685800">
              <a:lnSpc>
                <a:spcPct val="90000"/>
              </a:lnSpc>
              <a:buNone/>
            </a:pPr>
            <a:r>
              <a:rPr b="0" lang="en-US" sz="4500" strike="noStrike" u="none" cap="all">
                <a:solidFill>
                  <a:schemeClr val="lt1"/>
                </a:solidFill>
                <a:effectLst/>
                <a:uFillTx/>
                <a:latin typeface="Century Gothic"/>
              </a:rPr>
              <a:t>Click to edit Master title style</a:t>
            </a:r>
            <a:endParaRPr b="0" lang="en-US" sz="4500" strike="noStrike" u="none">
              <a:solidFill>
                <a:schemeClr val="lt1"/>
              </a:solidFill>
              <a:effectLst/>
              <a:uFillTx/>
              <a:latin typeface="Century Gothic"/>
            </a:endParaRPr>
          </a:p>
        </p:txBody>
      </p:sp>
      <p:sp>
        <p:nvSpPr>
          <p:cNvPr id="3" name="PlaceHolder 2"/>
          <p:cNvSpPr>
            <a:spLocks noGrp="1"/>
          </p:cNvSpPr>
          <p:nvPr>
            <p:ph type="dt" idx="1"/>
          </p:nvPr>
        </p:nvSpPr>
        <p:spPr>
          <a:xfrm>
            <a:off x="5932080" y="3499560"/>
            <a:ext cx="2182680" cy="30348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4" name="PlaceHolder 3"/>
          <p:cNvSpPr>
            <a:spLocks noGrp="1"/>
          </p:cNvSpPr>
          <p:nvPr>
            <p:ph type="ftr" idx="2"/>
          </p:nvPr>
        </p:nvSpPr>
        <p:spPr>
          <a:xfrm>
            <a:off x="1028880" y="3507120"/>
            <a:ext cx="480024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5" name="PlaceHolder 4"/>
          <p:cNvSpPr>
            <a:spLocks noGrp="1"/>
          </p:cNvSpPr>
          <p:nvPr>
            <p:ph type="sldNum" idx="3"/>
          </p:nvPr>
        </p:nvSpPr>
        <p:spPr>
          <a:xfrm>
            <a:off x="6058080" y="116064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812D9B0F-5C0C-4F6C-A78D-DE9271BB5E03}"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noramic Picture with Caption">
    <p:bg>
      <p:bgPr>
        <a:solidFill>
          <a:srgbClr val="000000"/>
        </a:solidFill>
      </p:bgPr>
    </p:bg>
    <p:spTree>
      <p:nvGrpSpPr>
        <p:cNvPr id="1" name=""/>
        <p:cNvGrpSpPr/>
        <p:nvPr/>
      </p:nvGrpSpPr>
      <p:grpSpPr>
        <a:xfrm>
          <a:off x="0" y="0"/>
          <a:ext cx="0" cy="0"/>
          <a:chOff x="0" y="0"/>
          <a:chExt cx="0" cy="0"/>
        </a:xfrm>
      </p:grpSpPr>
      <p:pic>
        <p:nvPicPr>
          <p:cNvPr id="6" name="Picture 6" descr="C0-HD-TOP.png"/>
          <p:cNvPicPr/>
          <p:nvPr/>
        </p:nvPicPr>
        <p:blipFill>
          <a:blip r:embed="rId2"/>
          <a:stretch/>
        </p:blipFill>
        <p:spPr>
          <a:xfrm>
            <a:off x="0" y="0"/>
            <a:ext cx="9143640" cy="1168920"/>
          </a:xfrm>
          <a:prstGeom prst="rect">
            <a:avLst/>
          </a:prstGeom>
          <a:noFill/>
          <a:ln w="0">
            <a:noFill/>
          </a:ln>
        </p:spPr>
      </p:pic>
      <p:sp>
        <p:nvSpPr>
          <p:cNvPr id="7" name="PlaceHolder 1"/>
          <p:cNvSpPr>
            <a:spLocks noGrp="1"/>
          </p:cNvSpPr>
          <p:nvPr>
            <p:ph type="title"/>
          </p:nvPr>
        </p:nvSpPr>
        <p:spPr>
          <a:xfrm>
            <a:off x="514440" y="3810240"/>
            <a:ext cx="8116200" cy="664200"/>
          </a:xfrm>
          <a:prstGeom prst="rect">
            <a:avLst/>
          </a:prstGeom>
          <a:noFill/>
          <a:ln w="0">
            <a:noFill/>
          </a:ln>
        </p:spPr>
        <p:txBody>
          <a:bodyPr lIns="91440" rIns="91440" tIns="45720" bIns="45720" anchor="b">
            <a:noAutofit/>
          </a:bodyPr>
          <a:p>
            <a:pPr indent="0" defTabSz="685800">
              <a:lnSpc>
                <a:spcPct val="90000"/>
              </a:lnSpc>
              <a:buNone/>
            </a:pPr>
            <a:r>
              <a:rPr b="0" lang="en-US" sz="2400" strike="noStrike" u="none" cap="all">
                <a:solidFill>
                  <a:schemeClr val="lt1"/>
                </a:solidFill>
                <a:effectLst/>
                <a:uFillTx/>
                <a:latin typeface="Century Gothic"/>
              </a:rPr>
              <a:t>Click to edit Master title style</a:t>
            </a:r>
            <a:endParaRPr b="0" lang="en-US" sz="2400" strike="noStrike" u="none">
              <a:solidFill>
                <a:schemeClr val="lt1"/>
              </a:solidFill>
              <a:effectLst/>
              <a:uFillTx/>
              <a:latin typeface="Century Gothic"/>
            </a:endParaRPr>
          </a:p>
        </p:txBody>
      </p:sp>
      <p:sp>
        <p:nvSpPr>
          <p:cNvPr id="8" name="PlaceHolder 2"/>
          <p:cNvSpPr>
            <a:spLocks noGrp="1"/>
          </p:cNvSpPr>
          <p:nvPr>
            <p:ph type="body"/>
          </p:nvPr>
        </p:nvSpPr>
        <p:spPr>
          <a:xfrm>
            <a:off x="511200" y="763560"/>
            <a:ext cx="8116200" cy="2820960"/>
          </a:xfrm>
          <a:prstGeom prst="rect">
            <a:avLst/>
          </a:prstGeom>
          <a:noFill/>
          <a:ln w="0">
            <a:noFill/>
          </a:ln>
        </p:spPr>
        <p:txBody>
          <a:bodyPr lIns="90000" rIns="90000" tIns="45000" bIns="45000" anchor="t">
            <a:noAutofit/>
          </a:bodyPr>
          <a:p>
            <a:pPr indent="0" defTabSz="914400">
              <a:lnSpc>
                <a:spcPct val="100000"/>
              </a:lnSpc>
              <a:buNone/>
              <a:tabLst>
                <a:tab algn="l" pos="0"/>
              </a:tabLst>
            </a:pPr>
            <a:r>
              <a:rPr b="0" lang="en-US" sz="2400" strike="noStrike" u="none">
                <a:solidFill>
                  <a:schemeClr val="lt1"/>
                </a:solidFill>
                <a:effectLst/>
                <a:uFillTx/>
                <a:latin typeface="Century Gothic"/>
              </a:rPr>
              <a:t>Click icon to add picture</a:t>
            </a:r>
            <a:endParaRPr b="0" lang="en-US" sz="2400" strike="noStrike" u="none">
              <a:solidFill>
                <a:schemeClr val="lt1"/>
              </a:solidFill>
              <a:effectLst/>
              <a:uFillTx/>
              <a:latin typeface="Century Gothic"/>
            </a:endParaRPr>
          </a:p>
        </p:txBody>
      </p:sp>
      <p:sp>
        <p:nvSpPr>
          <p:cNvPr id="9" name="PlaceHolder 3"/>
          <p:cNvSpPr>
            <a:spLocks noGrp="1"/>
          </p:cNvSpPr>
          <p:nvPr>
            <p:ph type="body"/>
          </p:nvPr>
        </p:nvSpPr>
        <p:spPr>
          <a:xfrm>
            <a:off x="514440" y="4474800"/>
            <a:ext cx="8115120" cy="569160"/>
          </a:xfrm>
          <a:prstGeom prst="rect">
            <a:avLst/>
          </a:prstGeom>
          <a:noFill/>
          <a:ln w="0">
            <a:noFill/>
          </a:ln>
        </p:spPr>
        <p:txBody>
          <a:bodyPr lIns="91440" rIns="91440" tIns="45720" bIns="45720" anchor="t">
            <a:noAutofit/>
          </a:bodyPr>
          <a:p>
            <a:pPr indent="0" defTabSz="685800">
              <a:lnSpc>
                <a:spcPct val="90000"/>
              </a:lnSpc>
              <a:spcBef>
                <a:spcPts val="751"/>
              </a:spcBef>
              <a:buNone/>
              <a:tabLst>
                <a:tab algn="l" pos="0"/>
              </a:tabLst>
            </a:pPr>
            <a:r>
              <a:rPr b="0" lang="en-US" sz="1200" strike="noStrike" u="none">
                <a:solidFill>
                  <a:schemeClr val="lt1"/>
                </a:solidFill>
                <a:effectLst/>
                <a:uFillTx/>
                <a:latin typeface="Century Gothic"/>
              </a:rPr>
              <a:t>Click to edit Master text styles</a:t>
            </a:r>
            <a:endParaRPr b="0" lang="en-US" sz="1200" strike="noStrike" u="none">
              <a:solidFill>
                <a:schemeClr val="lt1"/>
              </a:solidFill>
              <a:effectLst/>
              <a:uFillTx/>
              <a:latin typeface="Century Gothic"/>
            </a:endParaRPr>
          </a:p>
        </p:txBody>
      </p:sp>
      <p:sp>
        <p:nvSpPr>
          <p:cNvPr id="10" name="PlaceHolder 4"/>
          <p:cNvSpPr>
            <a:spLocks noGrp="1"/>
          </p:cNvSpPr>
          <p:nvPr>
            <p:ph type="dt" idx="4"/>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11" name="PlaceHolder 5"/>
          <p:cNvSpPr>
            <a:spLocks noGrp="1"/>
          </p:cNvSpPr>
          <p:nvPr>
            <p:ph type="ftr" idx="5"/>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2" name="PlaceHolder 6"/>
          <p:cNvSpPr>
            <a:spLocks noGrp="1"/>
          </p:cNvSpPr>
          <p:nvPr>
            <p:ph type="sldNum" idx="6"/>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C5388CF2-3669-42A5-867C-45F335BCF05A}"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solidFill>
          <a:srgbClr val="000000"/>
        </a:solidFill>
      </p:bgPr>
    </p:bg>
    <p:spTree>
      <p:nvGrpSpPr>
        <p:cNvPr id="1" name=""/>
        <p:cNvGrpSpPr/>
        <p:nvPr/>
      </p:nvGrpSpPr>
      <p:grpSpPr>
        <a:xfrm>
          <a:off x="0" y="0"/>
          <a:ext cx="0" cy="0"/>
          <a:chOff x="0" y="0"/>
          <a:chExt cx="0" cy="0"/>
        </a:xfrm>
      </p:grpSpPr>
      <p:pic>
        <p:nvPicPr>
          <p:cNvPr id="13" name="Picture 6" descr="C0-HD-TOP.png"/>
          <p:cNvPicPr/>
          <p:nvPr/>
        </p:nvPicPr>
        <p:blipFill>
          <a:blip r:embed="rId2"/>
          <a:stretch/>
        </p:blipFill>
        <p:spPr>
          <a:xfrm>
            <a:off x="0" y="0"/>
            <a:ext cx="9143640" cy="1168920"/>
          </a:xfrm>
          <a:prstGeom prst="rect">
            <a:avLst/>
          </a:prstGeom>
          <a:noFill/>
          <a:ln w="0">
            <a:noFill/>
          </a:ln>
        </p:spPr>
      </p:pic>
      <p:pic>
        <p:nvPicPr>
          <p:cNvPr id="14" name="Picture 7" descr="C0-HD-BTM.png"/>
          <p:cNvPicPr/>
          <p:nvPr/>
        </p:nvPicPr>
        <p:blipFill>
          <a:blip r:embed="rId3"/>
          <a:stretch/>
        </p:blipFill>
        <p:spPr>
          <a:xfrm>
            <a:off x="0" y="3548880"/>
            <a:ext cx="9143640" cy="2013480"/>
          </a:xfrm>
          <a:prstGeom prst="rect">
            <a:avLst/>
          </a:prstGeom>
          <a:noFill/>
          <a:ln w="0">
            <a:noFill/>
          </a:ln>
        </p:spPr>
      </p:pic>
      <p:sp>
        <p:nvSpPr>
          <p:cNvPr id="15" name="PlaceHolder 1"/>
          <p:cNvSpPr>
            <a:spLocks noGrp="1"/>
          </p:cNvSpPr>
          <p:nvPr>
            <p:ph type="title"/>
          </p:nvPr>
        </p:nvSpPr>
        <p:spPr>
          <a:xfrm>
            <a:off x="514440" y="611280"/>
            <a:ext cx="8115120" cy="2272680"/>
          </a:xfrm>
          <a:prstGeom prst="rect">
            <a:avLst/>
          </a:prstGeom>
          <a:noFill/>
          <a:ln w="0">
            <a:noFill/>
          </a:ln>
        </p:spPr>
        <p:txBody>
          <a:bodyPr lIns="91440" rIns="91440" tIns="45720" bIns="45720" anchor="ctr">
            <a:noAutofit/>
          </a:bodyPr>
          <a:p>
            <a:pPr indent="0" defTabSz="685800">
              <a:lnSpc>
                <a:spcPct val="90000"/>
              </a:lnSpc>
              <a:buNone/>
            </a:pPr>
            <a:r>
              <a:rPr b="0" lang="en-US" sz="2400" strike="noStrike" u="none" cap="all">
                <a:solidFill>
                  <a:schemeClr val="lt1"/>
                </a:solidFill>
                <a:effectLst/>
                <a:uFillTx/>
                <a:latin typeface="Century Gothic"/>
              </a:rPr>
              <a:t>Click to edit Master title style</a:t>
            </a:r>
            <a:endParaRPr b="0" lang="en-US" sz="2400" strike="noStrike" u="none">
              <a:solidFill>
                <a:schemeClr val="lt1"/>
              </a:solidFill>
              <a:effectLst/>
              <a:uFillTx/>
              <a:latin typeface="Century Gothic"/>
            </a:endParaRPr>
          </a:p>
        </p:txBody>
      </p:sp>
      <p:sp>
        <p:nvSpPr>
          <p:cNvPr id="16" name="PlaceHolder 2"/>
          <p:cNvSpPr>
            <a:spLocks noGrp="1"/>
          </p:cNvSpPr>
          <p:nvPr>
            <p:ph type="body"/>
          </p:nvPr>
        </p:nvSpPr>
        <p:spPr>
          <a:xfrm>
            <a:off x="768240" y="2959920"/>
            <a:ext cx="7597440" cy="810000"/>
          </a:xfrm>
          <a:prstGeom prst="rect">
            <a:avLst/>
          </a:prstGeom>
          <a:noFill/>
          <a:ln w="0">
            <a:noFill/>
          </a:ln>
        </p:spPr>
        <p:txBody>
          <a:bodyPr lIns="91440" rIns="91440" tIns="45720" bIns="45720" anchor="ctr">
            <a:noAutofit/>
          </a:bodyPr>
          <a:p>
            <a:pPr indent="0" defTabSz="685800">
              <a:lnSpc>
                <a:spcPct val="90000"/>
              </a:lnSpc>
              <a:spcBef>
                <a:spcPts val="751"/>
              </a:spcBef>
              <a:buNone/>
              <a:tabLst>
                <a:tab algn="l" pos="0"/>
              </a:tabLst>
            </a:pPr>
            <a:r>
              <a:rPr b="0" lang="en-US" sz="1200" strike="noStrike" u="none">
                <a:solidFill>
                  <a:schemeClr val="lt1"/>
                </a:solidFill>
                <a:effectLst/>
                <a:uFillTx/>
                <a:latin typeface="Century Gothic"/>
              </a:rPr>
              <a:t>Click to edit Master text styles</a:t>
            </a:r>
            <a:endParaRPr b="0" lang="en-US" sz="1200" strike="noStrike" u="none">
              <a:solidFill>
                <a:schemeClr val="lt1"/>
              </a:solidFill>
              <a:effectLst/>
              <a:uFillTx/>
              <a:latin typeface="Century Gothic"/>
            </a:endParaRPr>
          </a:p>
        </p:txBody>
      </p:sp>
      <p:sp>
        <p:nvSpPr>
          <p:cNvPr id="17" name="PlaceHolder 3"/>
          <p:cNvSpPr>
            <a:spLocks noGrp="1"/>
          </p:cNvSpPr>
          <p:nvPr>
            <p:ph type="dt" idx="7"/>
          </p:nvPr>
        </p:nvSpPr>
        <p:spPr>
          <a:xfrm>
            <a:off x="5860800" y="30888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18" name="PlaceHolder 4"/>
          <p:cNvSpPr>
            <a:spLocks noGrp="1"/>
          </p:cNvSpPr>
          <p:nvPr>
            <p:ph type="ftr" idx="8"/>
          </p:nvPr>
        </p:nvSpPr>
        <p:spPr>
          <a:xfrm>
            <a:off x="514440" y="308160"/>
            <a:ext cx="524340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9" name="PlaceHolder 5"/>
          <p:cNvSpPr>
            <a:spLocks noGrp="1"/>
          </p:cNvSpPr>
          <p:nvPr>
            <p:ph type="sldNum" idx="9"/>
          </p:nvPr>
        </p:nvSpPr>
        <p:spPr>
          <a:xfrm>
            <a:off x="8146800" y="308880"/>
            <a:ext cx="48240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74AD79B2-AC32-450F-9450-9CAB4E157F64}"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solidFill>
          <a:srgbClr val="000000"/>
        </a:solidFill>
      </p:bgPr>
    </p:bg>
    <p:spTree>
      <p:nvGrpSpPr>
        <p:cNvPr id="1" name=""/>
        <p:cNvGrpSpPr/>
        <p:nvPr/>
      </p:nvGrpSpPr>
      <p:grpSpPr>
        <a:xfrm>
          <a:off x="0" y="0"/>
          <a:ext cx="0" cy="0"/>
          <a:chOff x="0" y="0"/>
          <a:chExt cx="0" cy="0"/>
        </a:xfrm>
      </p:grpSpPr>
      <p:pic>
        <p:nvPicPr>
          <p:cNvPr id="20" name="Picture 6" descr="C0-HD-TOP.png"/>
          <p:cNvPicPr/>
          <p:nvPr/>
        </p:nvPicPr>
        <p:blipFill>
          <a:blip r:embed="rId2"/>
          <a:stretch/>
        </p:blipFill>
        <p:spPr>
          <a:xfrm>
            <a:off x="0" y="0"/>
            <a:ext cx="9143640" cy="1168920"/>
          </a:xfrm>
          <a:prstGeom prst="rect">
            <a:avLst/>
          </a:prstGeom>
          <a:noFill/>
          <a:ln w="0">
            <a:noFill/>
          </a:ln>
        </p:spPr>
      </p:pic>
      <p:pic>
        <p:nvPicPr>
          <p:cNvPr id="21" name="Picture 12" descr="C0-HD-BTM.png"/>
          <p:cNvPicPr/>
          <p:nvPr/>
        </p:nvPicPr>
        <p:blipFill>
          <a:blip r:embed="rId3"/>
          <a:stretch/>
        </p:blipFill>
        <p:spPr>
          <a:xfrm>
            <a:off x="0" y="3548880"/>
            <a:ext cx="9143640" cy="2013480"/>
          </a:xfrm>
          <a:prstGeom prst="rect">
            <a:avLst/>
          </a:prstGeom>
          <a:noFill/>
          <a:ln w="0">
            <a:noFill/>
          </a:ln>
        </p:spPr>
      </p:pic>
      <p:sp>
        <p:nvSpPr>
          <p:cNvPr id="22" name="PlaceHolder 1"/>
          <p:cNvSpPr>
            <a:spLocks noGrp="1"/>
          </p:cNvSpPr>
          <p:nvPr>
            <p:ph type="title"/>
          </p:nvPr>
        </p:nvSpPr>
        <p:spPr>
          <a:xfrm>
            <a:off x="768240" y="611280"/>
            <a:ext cx="7613280" cy="2112120"/>
          </a:xfrm>
          <a:prstGeom prst="rect">
            <a:avLst/>
          </a:prstGeom>
          <a:noFill/>
          <a:ln w="0">
            <a:noFill/>
          </a:ln>
        </p:spPr>
        <p:txBody>
          <a:bodyPr lIns="91440" rIns="91440" tIns="45720" bIns="45720" anchor="ctr">
            <a:noAutofit/>
          </a:bodyPr>
          <a:p>
            <a:pPr indent="0" defTabSz="685800">
              <a:lnSpc>
                <a:spcPct val="90000"/>
              </a:lnSpc>
              <a:buNone/>
            </a:pPr>
            <a:r>
              <a:rPr b="0" lang="en-US" sz="2400" strike="noStrike" u="none" cap="all">
                <a:solidFill>
                  <a:schemeClr val="lt1"/>
                </a:solidFill>
                <a:effectLst/>
                <a:uFillTx/>
                <a:latin typeface="Century Gothic"/>
              </a:rPr>
              <a:t>Click to edit Master title style</a:t>
            </a:r>
            <a:endParaRPr b="0" lang="en-US" sz="2400" strike="noStrike" u="none">
              <a:solidFill>
                <a:schemeClr val="lt1"/>
              </a:solidFill>
              <a:effectLst/>
              <a:uFillTx/>
              <a:latin typeface="Century Gothic"/>
            </a:endParaRPr>
          </a:p>
        </p:txBody>
      </p:sp>
      <p:sp>
        <p:nvSpPr>
          <p:cNvPr id="23" name="PlaceHolder 2"/>
          <p:cNvSpPr>
            <a:spLocks noGrp="1"/>
          </p:cNvSpPr>
          <p:nvPr>
            <p:ph type="body"/>
          </p:nvPr>
        </p:nvSpPr>
        <p:spPr>
          <a:xfrm>
            <a:off x="977760" y="2729880"/>
            <a:ext cx="7194240" cy="360000"/>
          </a:xfrm>
          <a:prstGeom prst="rect">
            <a:avLst/>
          </a:prstGeom>
          <a:noFill/>
          <a:ln w="0">
            <a:noFill/>
          </a:ln>
        </p:spPr>
        <p:txBody>
          <a:bodyPr lIns="91440" rIns="91440" tIns="45720" bIns="45720" anchor="t">
            <a:normAutofit/>
          </a:bodyPr>
          <a:p>
            <a:pPr indent="0" defTabSz="685800">
              <a:lnSpc>
                <a:spcPct val="90000"/>
              </a:lnSpc>
              <a:spcBef>
                <a:spcPts val="751"/>
              </a:spcBef>
              <a:buNone/>
              <a:tabLst>
                <a:tab algn="l" pos="0"/>
              </a:tabLst>
            </a:pPr>
            <a:r>
              <a:rPr b="0" lang="en-US" sz="1050" strike="noStrike" u="none">
                <a:solidFill>
                  <a:schemeClr val="lt1"/>
                </a:solidFill>
                <a:effectLst/>
                <a:uFillTx/>
                <a:latin typeface="Century Gothic"/>
              </a:rPr>
              <a:t>Click to edit Master text styles</a:t>
            </a:r>
            <a:endParaRPr b="0" lang="en-US" sz="1050" strike="noStrike" u="none">
              <a:solidFill>
                <a:schemeClr val="lt1"/>
              </a:solidFill>
              <a:effectLst/>
              <a:uFillTx/>
              <a:latin typeface="Century Gothic"/>
            </a:endParaRPr>
          </a:p>
        </p:txBody>
      </p:sp>
      <p:sp>
        <p:nvSpPr>
          <p:cNvPr id="24" name="PlaceHolder 3"/>
          <p:cNvSpPr>
            <a:spLocks noGrp="1"/>
          </p:cNvSpPr>
          <p:nvPr>
            <p:ph type="body"/>
          </p:nvPr>
        </p:nvSpPr>
        <p:spPr>
          <a:xfrm>
            <a:off x="768240" y="3211920"/>
            <a:ext cx="7613280" cy="551160"/>
          </a:xfrm>
          <a:prstGeom prst="rect">
            <a:avLst/>
          </a:prstGeom>
          <a:noFill/>
          <a:ln w="0">
            <a:noFill/>
          </a:ln>
        </p:spPr>
        <p:txBody>
          <a:bodyPr lIns="91440" rIns="91440" tIns="45720" bIns="45720" anchor="ctr">
            <a:normAutofit/>
          </a:bodyPr>
          <a:p>
            <a:pPr indent="0" defTabSz="685800">
              <a:lnSpc>
                <a:spcPct val="90000"/>
              </a:lnSpc>
              <a:spcBef>
                <a:spcPts val="751"/>
              </a:spcBef>
              <a:buNone/>
              <a:tabLst>
                <a:tab algn="l" pos="0"/>
              </a:tabLst>
            </a:pPr>
            <a:r>
              <a:rPr b="0" lang="en-US" sz="1200" strike="noStrike" u="none">
                <a:solidFill>
                  <a:schemeClr val="lt1"/>
                </a:solidFill>
                <a:effectLst/>
                <a:uFillTx/>
                <a:latin typeface="Century Gothic"/>
              </a:rPr>
              <a:t>Click to edit Master text styles</a:t>
            </a:r>
            <a:endParaRPr b="0" lang="en-US" sz="1200" strike="noStrike" u="none">
              <a:solidFill>
                <a:schemeClr val="lt1"/>
              </a:solidFill>
              <a:effectLst/>
              <a:uFillTx/>
              <a:latin typeface="Century Gothic"/>
            </a:endParaRPr>
          </a:p>
        </p:txBody>
      </p:sp>
      <p:sp>
        <p:nvSpPr>
          <p:cNvPr id="25" name="PlaceHolder 4"/>
          <p:cNvSpPr>
            <a:spLocks noGrp="1"/>
          </p:cNvSpPr>
          <p:nvPr>
            <p:ph type="dt" idx="10"/>
          </p:nvPr>
        </p:nvSpPr>
        <p:spPr>
          <a:xfrm>
            <a:off x="5860800" y="30888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26" name="PlaceHolder 5"/>
          <p:cNvSpPr>
            <a:spLocks noGrp="1"/>
          </p:cNvSpPr>
          <p:nvPr>
            <p:ph type="ftr" idx="11"/>
          </p:nvPr>
        </p:nvSpPr>
        <p:spPr>
          <a:xfrm>
            <a:off x="514440" y="308160"/>
            <a:ext cx="524340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7" name="PlaceHolder 6"/>
          <p:cNvSpPr>
            <a:spLocks noGrp="1"/>
          </p:cNvSpPr>
          <p:nvPr>
            <p:ph type="sldNum" idx="12"/>
          </p:nvPr>
        </p:nvSpPr>
        <p:spPr>
          <a:xfrm>
            <a:off x="8146800" y="308880"/>
            <a:ext cx="48240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CF330B86-55C4-46EB-ADA8-B4225061DE86}"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
        <p:nvSpPr>
          <p:cNvPr id="28" name="TextBox 8"/>
          <p:cNvSpPr/>
          <p:nvPr/>
        </p:nvSpPr>
        <p:spPr>
          <a:xfrm>
            <a:off x="357120" y="757080"/>
            <a:ext cx="456840" cy="474120"/>
          </a:xfrm>
          <a:prstGeom prst="rect">
            <a:avLst/>
          </a:prstGeom>
          <a:noFill/>
          <a:ln w="0">
            <a:noFill/>
          </a:ln>
        </p:spPr>
        <p:style>
          <a:lnRef idx="0"/>
          <a:fillRef idx="0"/>
          <a:effectRef idx="0"/>
          <a:fontRef idx="minor"/>
        </p:style>
        <p:txBody>
          <a:bodyPr lIns="68760" rIns="68760" tIns="34200" bIns="34200" anchor="ctr">
            <a:noAutofit/>
          </a:bodyPr>
          <a:p>
            <a:pPr defTabSz="914400">
              <a:lnSpc>
                <a:spcPct val="100000"/>
              </a:lnSpc>
            </a:pPr>
            <a:r>
              <a:rPr b="0" lang="en-US" sz="6000" strike="noStrike" u="none" cap="all">
                <a:solidFill>
                  <a:schemeClr val="lt1"/>
                </a:solidFill>
                <a:effectLst/>
                <a:uFillTx/>
                <a:latin typeface="Century Gothic"/>
              </a:rPr>
              <a:t>“</a:t>
            </a:r>
            <a:endParaRPr b="0" lang="en-IN" sz="6000" strike="noStrike" u="none">
              <a:solidFill>
                <a:srgbClr val="ffffff"/>
              </a:solidFill>
              <a:effectLst/>
              <a:uFillTx/>
              <a:latin typeface="Arial"/>
            </a:endParaRPr>
          </a:p>
        </p:txBody>
      </p:sp>
      <p:sp>
        <p:nvSpPr>
          <p:cNvPr id="29" name="TextBox 9"/>
          <p:cNvSpPr/>
          <p:nvPr/>
        </p:nvSpPr>
        <p:spPr>
          <a:xfrm>
            <a:off x="8238240" y="2190960"/>
            <a:ext cx="456840" cy="474120"/>
          </a:xfrm>
          <a:prstGeom prst="rect">
            <a:avLst/>
          </a:prstGeom>
          <a:noFill/>
          <a:ln w="0">
            <a:noFill/>
          </a:ln>
        </p:spPr>
        <p:style>
          <a:lnRef idx="0"/>
          <a:fillRef idx="0"/>
          <a:effectRef idx="0"/>
          <a:fontRef idx="minor"/>
        </p:style>
        <p:txBody>
          <a:bodyPr lIns="68760" rIns="68760" tIns="34200" bIns="34200" anchor="ctr">
            <a:noAutofit/>
          </a:bodyPr>
          <a:p>
            <a:pPr algn="r" defTabSz="914400">
              <a:lnSpc>
                <a:spcPct val="100000"/>
              </a:lnSpc>
            </a:pPr>
            <a:r>
              <a:rPr b="0" lang="en-US" sz="6000" strike="noStrike" u="none" cap="all">
                <a:solidFill>
                  <a:schemeClr val="lt1"/>
                </a:solidFill>
                <a:effectLst/>
                <a:uFillTx/>
                <a:latin typeface="Century Gothic"/>
              </a:rPr>
              <a:t>”</a:t>
            </a:r>
            <a:endParaRPr b="0" lang="en-IN" sz="6000" strike="noStrike" u="none">
              <a:solidFill>
                <a:srgbClr val="ffffff"/>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solidFill>
          <a:srgbClr val="000000"/>
        </a:solidFill>
      </p:bgPr>
    </p:bg>
    <p:spTree>
      <p:nvGrpSpPr>
        <p:cNvPr id="1" name=""/>
        <p:cNvGrpSpPr/>
        <p:nvPr/>
      </p:nvGrpSpPr>
      <p:grpSpPr>
        <a:xfrm>
          <a:off x="0" y="0"/>
          <a:ext cx="0" cy="0"/>
          <a:chOff x="0" y="0"/>
          <a:chExt cx="0" cy="0"/>
        </a:xfrm>
      </p:grpSpPr>
      <p:pic>
        <p:nvPicPr>
          <p:cNvPr id="30" name="Picture 6" descr="C0-HD-TOP.png"/>
          <p:cNvPicPr/>
          <p:nvPr/>
        </p:nvPicPr>
        <p:blipFill>
          <a:blip r:embed="rId2"/>
          <a:stretch/>
        </p:blipFill>
        <p:spPr>
          <a:xfrm>
            <a:off x="0" y="0"/>
            <a:ext cx="9143640" cy="1168920"/>
          </a:xfrm>
          <a:prstGeom prst="rect">
            <a:avLst/>
          </a:prstGeom>
          <a:noFill/>
          <a:ln w="0">
            <a:noFill/>
          </a:ln>
        </p:spPr>
      </p:pic>
      <p:pic>
        <p:nvPicPr>
          <p:cNvPr id="31" name="Picture 8" descr="C0-HD-BTM.png"/>
          <p:cNvPicPr/>
          <p:nvPr/>
        </p:nvPicPr>
        <p:blipFill>
          <a:blip r:embed="rId3"/>
          <a:stretch/>
        </p:blipFill>
        <p:spPr>
          <a:xfrm>
            <a:off x="0" y="3548880"/>
            <a:ext cx="9143640" cy="2013480"/>
          </a:xfrm>
          <a:prstGeom prst="rect">
            <a:avLst/>
          </a:prstGeom>
          <a:noFill/>
          <a:ln w="0">
            <a:noFill/>
          </a:ln>
        </p:spPr>
      </p:pic>
      <p:sp>
        <p:nvSpPr>
          <p:cNvPr id="32" name="PlaceHolder 1"/>
          <p:cNvSpPr>
            <a:spLocks noGrp="1"/>
          </p:cNvSpPr>
          <p:nvPr>
            <p:ph type="title"/>
          </p:nvPr>
        </p:nvSpPr>
        <p:spPr>
          <a:xfrm>
            <a:off x="768240" y="912240"/>
            <a:ext cx="7609320" cy="2036880"/>
          </a:xfrm>
          <a:prstGeom prst="rect">
            <a:avLst/>
          </a:prstGeom>
          <a:noFill/>
          <a:ln w="0">
            <a:noFill/>
          </a:ln>
        </p:spPr>
        <p:txBody>
          <a:bodyPr lIns="91440" rIns="91440" tIns="45720" bIns="45720" anchor="b">
            <a:noAutofit/>
          </a:bodyPr>
          <a:p>
            <a:pPr indent="0" defTabSz="685800">
              <a:lnSpc>
                <a:spcPct val="90000"/>
              </a:lnSpc>
              <a:buNone/>
            </a:pPr>
            <a:r>
              <a:rPr b="0" lang="en-US" sz="2400" strike="noStrike" u="none" cap="all">
                <a:solidFill>
                  <a:schemeClr val="lt1"/>
                </a:solidFill>
                <a:effectLst/>
                <a:uFillTx/>
                <a:latin typeface="Century Gothic"/>
              </a:rPr>
              <a:t>Click to edit Master title style</a:t>
            </a:r>
            <a:endParaRPr b="0" lang="en-US" sz="2400" strike="noStrike" u="none">
              <a:solidFill>
                <a:schemeClr val="lt1"/>
              </a:solidFill>
              <a:effectLst/>
              <a:uFillTx/>
              <a:latin typeface="Century Gothic"/>
            </a:endParaRPr>
          </a:p>
        </p:txBody>
      </p:sp>
      <p:sp>
        <p:nvSpPr>
          <p:cNvPr id="33" name="PlaceHolder 2"/>
          <p:cNvSpPr>
            <a:spLocks noGrp="1"/>
          </p:cNvSpPr>
          <p:nvPr>
            <p:ph type="body"/>
          </p:nvPr>
        </p:nvSpPr>
        <p:spPr>
          <a:xfrm>
            <a:off x="768240" y="2959200"/>
            <a:ext cx="7608240" cy="810720"/>
          </a:xfrm>
          <a:prstGeom prst="rect">
            <a:avLst/>
          </a:prstGeom>
          <a:noFill/>
          <a:ln w="0">
            <a:noFill/>
          </a:ln>
        </p:spPr>
        <p:txBody>
          <a:bodyPr lIns="91440" rIns="91440" tIns="45720" bIns="45720" anchor="t">
            <a:noAutofit/>
          </a:bodyPr>
          <a:p>
            <a:pPr indent="0" defTabSz="685800">
              <a:lnSpc>
                <a:spcPct val="90000"/>
              </a:lnSpc>
              <a:spcBef>
                <a:spcPts val="751"/>
              </a:spcBef>
              <a:buNone/>
              <a:tabLst>
                <a:tab algn="l" pos="0"/>
              </a:tabLst>
            </a:pPr>
            <a:r>
              <a:rPr b="0" lang="en-US" sz="1200" strike="noStrike" u="none">
                <a:solidFill>
                  <a:schemeClr val="lt1"/>
                </a:solidFill>
                <a:effectLst/>
                <a:uFillTx/>
                <a:latin typeface="Century Gothic"/>
              </a:rPr>
              <a:t>Click to edit Master text styles</a:t>
            </a:r>
            <a:endParaRPr b="0" lang="en-US" sz="1200" strike="noStrike" u="none">
              <a:solidFill>
                <a:schemeClr val="lt1"/>
              </a:solidFill>
              <a:effectLst/>
              <a:uFillTx/>
              <a:latin typeface="Century Gothic"/>
            </a:endParaRPr>
          </a:p>
        </p:txBody>
      </p:sp>
      <p:sp>
        <p:nvSpPr>
          <p:cNvPr id="34" name="PlaceHolder 3"/>
          <p:cNvSpPr>
            <a:spLocks noGrp="1"/>
          </p:cNvSpPr>
          <p:nvPr>
            <p:ph type="dt" idx="13"/>
          </p:nvPr>
        </p:nvSpPr>
        <p:spPr>
          <a:xfrm>
            <a:off x="5860800" y="30744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35" name="PlaceHolder 4"/>
          <p:cNvSpPr>
            <a:spLocks noGrp="1"/>
          </p:cNvSpPr>
          <p:nvPr>
            <p:ph type="ftr" idx="14"/>
          </p:nvPr>
        </p:nvSpPr>
        <p:spPr>
          <a:xfrm>
            <a:off x="514440" y="307440"/>
            <a:ext cx="524340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36" name="PlaceHolder 5"/>
          <p:cNvSpPr>
            <a:spLocks noGrp="1"/>
          </p:cNvSpPr>
          <p:nvPr>
            <p:ph type="sldNum" idx="15"/>
          </p:nvPr>
        </p:nvSpPr>
        <p:spPr>
          <a:xfrm>
            <a:off x="8146800" y="308880"/>
            <a:ext cx="48240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E9946D6E-3DB9-42F2-AA7B-E76A9CA3A7EF}"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Column">
    <p:bg>
      <p:bgPr>
        <a:solidFill>
          <a:srgbClr val="000000"/>
        </a:solidFill>
      </p:bgPr>
    </p:bg>
    <p:spTree>
      <p:nvGrpSpPr>
        <p:cNvPr id="1" name=""/>
        <p:cNvGrpSpPr/>
        <p:nvPr/>
      </p:nvGrpSpPr>
      <p:grpSpPr>
        <a:xfrm>
          <a:off x="0" y="0"/>
          <a:ext cx="0" cy="0"/>
          <a:chOff x="0" y="0"/>
          <a:chExt cx="0" cy="0"/>
        </a:xfrm>
      </p:grpSpPr>
      <p:pic>
        <p:nvPicPr>
          <p:cNvPr id="37" name="Picture 6" descr="C0-HD-TOP.png"/>
          <p:cNvPicPr/>
          <p:nvPr/>
        </p:nvPicPr>
        <p:blipFill>
          <a:blip r:embed="rId2"/>
          <a:stretch/>
        </p:blipFill>
        <p:spPr>
          <a:xfrm>
            <a:off x="0" y="0"/>
            <a:ext cx="9143640" cy="1168920"/>
          </a:xfrm>
          <a:prstGeom prst="rect">
            <a:avLst/>
          </a:prstGeom>
          <a:noFill/>
          <a:ln w="0">
            <a:noFill/>
          </a:ln>
        </p:spPr>
      </p:pic>
      <p:sp>
        <p:nvSpPr>
          <p:cNvPr id="38" name="PlaceHolder 1"/>
          <p:cNvSpPr>
            <a:spLocks noGrp="1"/>
          </p:cNvSpPr>
          <p:nvPr>
            <p:ph type="title"/>
          </p:nvPr>
        </p:nvSpPr>
        <p:spPr>
          <a:xfrm>
            <a:off x="2171880" y="618120"/>
            <a:ext cx="6457680" cy="1057320"/>
          </a:xfrm>
          <a:prstGeom prst="rect">
            <a:avLst/>
          </a:prstGeom>
          <a:noFill/>
          <a:ln w="0">
            <a:noFill/>
          </a:ln>
        </p:spPr>
        <p:txBody>
          <a:bodyPr lIns="91440" rIns="91440" tIns="45720" bIns="45720" anchor="ctr">
            <a:noAutofit/>
          </a:bodyPr>
          <a:p>
            <a:pPr indent="0" algn="r"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39" name="PlaceHolder 2"/>
          <p:cNvSpPr>
            <a:spLocks noGrp="1"/>
          </p:cNvSpPr>
          <p:nvPr>
            <p:ph type="body"/>
          </p:nvPr>
        </p:nvSpPr>
        <p:spPr>
          <a:xfrm>
            <a:off x="514440" y="1785960"/>
            <a:ext cx="2592000" cy="500400"/>
          </a:xfrm>
          <a:prstGeom prst="rect">
            <a:avLst/>
          </a:prstGeom>
          <a:noFill/>
          <a:ln w="0">
            <a:noFill/>
          </a:ln>
        </p:spPr>
        <p:txBody>
          <a:bodyPr lIns="91440" rIns="91440" tIns="45720" bIns="45720" anchor="b">
            <a:noAutofit/>
          </a:bodyPr>
          <a:p>
            <a:pPr indent="0" defTabSz="685800">
              <a:lnSpc>
                <a:spcPct val="90000"/>
              </a:lnSpc>
              <a:spcBef>
                <a:spcPts val="751"/>
              </a:spcBef>
              <a:buNone/>
              <a:tabLst>
                <a:tab algn="l" pos="0"/>
              </a:tabLst>
            </a:pPr>
            <a:r>
              <a:rPr b="0" lang="en-US" sz="1800" strike="noStrike" u="none">
                <a:solidFill>
                  <a:schemeClr val="lt1"/>
                </a:solidFill>
                <a:effectLst/>
                <a:uFillTx/>
                <a:latin typeface="Century Gothic"/>
              </a:rPr>
              <a:t>Click to edit Master text styles</a:t>
            </a:r>
            <a:endParaRPr b="0" lang="en-US" sz="1800" strike="noStrike" u="none">
              <a:solidFill>
                <a:schemeClr val="lt1"/>
              </a:solidFill>
              <a:effectLst/>
              <a:uFillTx/>
              <a:latin typeface="Century Gothic"/>
            </a:endParaRPr>
          </a:p>
        </p:txBody>
      </p:sp>
      <p:sp>
        <p:nvSpPr>
          <p:cNvPr id="40" name="PlaceHolder 3"/>
          <p:cNvSpPr>
            <a:spLocks noGrp="1"/>
          </p:cNvSpPr>
          <p:nvPr>
            <p:ph type="body"/>
          </p:nvPr>
        </p:nvSpPr>
        <p:spPr>
          <a:xfrm>
            <a:off x="514440" y="2355840"/>
            <a:ext cx="2592000" cy="2687760"/>
          </a:xfrm>
          <a:prstGeom prst="rect">
            <a:avLst/>
          </a:prstGeom>
          <a:noFill/>
          <a:ln w="0">
            <a:noFill/>
          </a:ln>
        </p:spPr>
        <p:txBody>
          <a:bodyPr lIns="91440" rIns="91440" tIns="45720" bIns="45720" anchor="t">
            <a:normAutofit/>
          </a:bodyPr>
          <a:p>
            <a:pPr indent="0" defTabSz="685800">
              <a:lnSpc>
                <a:spcPct val="90000"/>
              </a:lnSpc>
              <a:spcBef>
                <a:spcPts val="751"/>
              </a:spcBef>
              <a:buNone/>
              <a:tabLst>
                <a:tab algn="l" pos="0"/>
              </a:tabLst>
            </a:pPr>
            <a:r>
              <a:rPr b="0" lang="en-US" sz="1050" strike="noStrike" u="none">
                <a:solidFill>
                  <a:schemeClr val="lt1"/>
                </a:solidFill>
                <a:effectLst/>
                <a:uFillTx/>
                <a:latin typeface="Century Gothic"/>
              </a:rPr>
              <a:t>Click to edit Master text styles</a:t>
            </a:r>
            <a:endParaRPr b="0" lang="en-US" sz="1050" strike="noStrike" u="none">
              <a:solidFill>
                <a:schemeClr val="lt1"/>
              </a:solidFill>
              <a:effectLst/>
              <a:uFillTx/>
              <a:latin typeface="Century Gothic"/>
            </a:endParaRPr>
          </a:p>
        </p:txBody>
      </p:sp>
      <p:sp>
        <p:nvSpPr>
          <p:cNvPr id="41" name="PlaceHolder 4"/>
          <p:cNvSpPr>
            <a:spLocks noGrp="1"/>
          </p:cNvSpPr>
          <p:nvPr>
            <p:ph type="body"/>
          </p:nvPr>
        </p:nvSpPr>
        <p:spPr>
          <a:xfrm>
            <a:off x="3276720" y="1785600"/>
            <a:ext cx="2592000" cy="507960"/>
          </a:xfrm>
          <a:prstGeom prst="rect">
            <a:avLst/>
          </a:prstGeom>
          <a:noFill/>
          <a:ln w="0">
            <a:noFill/>
          </a:ln>
        </p:spPr>
        <p:txBody>
          <a:bodyPr lIns="91440" rIns="91440" tIns="45720" bIns="45720" anchor="b">
            <a:noAutofit/>
          </a:bodyPr>
          <a:p>
            <a:pPr indent="0" defTabSz="685800">
              <a:lnSpc>
                <a:spcPct val="90000"/>
              </a:lnSpc>
              <a:spcBef>
                <a:spcPts val="751"/>
              </a:spcBef>
              <a:buNone/>
              <a:tabLst>
                <a:tab algn="l" pos="0"/>
              </a:tabLst>
            </a:pPr>
            <a:r>
              <a:rPr b="0" lang="en-US" sz="1800" strike="noStrike" u="none">
                <a:solidFill>
                  <a:schemeClr val="lt1"/>
                </a:solidFill>
                <a:effectLst/>
                <a:uFillTx/>
                <a:latin typeface="Century Gothic"/>
              </a:rPr>
              <a:t>Click to edit Master text styles</a:t>
            </a:r>
            <a:endParaRPr b="0" lang="en-US" sz="1800" strike="noStrike" u="none">
              <a:solidFill>
                <a:schemeClr val="lt1"/>
              </a:solidFill>
              <a:effectLst/>
              <a:uFillTx/>
              <a:latin typeface="Century Gothic"/>
            </a:endParaRPr>
          </a:p>
        </p:txBody>
      </p:sp>
      <p:sp>
        <p:nvSpPr>
          <p:cNvPr id="42" name="PlaceHolder 5"/>
          <p:cNvSpPr>
            <a:spLocks noGrp="1"/>
          </p:cNvSpPr>
          <p:nvPr>
            <p:ph type="body"/>
          </p:nvPr>
        </p:nvSpPr>
        <p:spPr>
          <a:xfrm>
            <a:off x="3275280" y="2355480"/>
            <a:ext cx="2592000" cy="2688120"/>
          </a:xfrm>
          <a:prstGeom prst="rect">
            <a:avLst/>
          </a:prstGeom>
          <a:noFill/>
          <a:ln w="0">
            <a:noFill/>
          </a:ln>
        </p:spPr>
        <p:txBody>
          <a:bodyPr lIns="91440" rIns="91440" tIns="45720" bIns="45720" anchor="t">
            <a:normAutofit/>
          </a:bodyPr>
          <a:p>
            <a:pPr indent="0" defTabSz="685800">
              <a:lnSpc>
                <a:spcPct val="90000"/>
              </a:lnSpc>
              <a:spcBef>
                <a:spcPts val="751"/>
              </a:spcBef>
              <a:buNone/>
              <a:tabLst>
                <a:tab algn="l" pos="0"/>
              </a:tabLst>
            </a:pPr>
            <a:r>
              <a:rPr b="0" lang="en-US" sz="1050" strike="noStrike" u="none">
                <a:solidFill>
                  <a:schemeClr val="lt1"/>
                </a:solidFill>
                <a:effectLst/>
                <a:uFillTx/>
                <a:latin typeface="Century Gothic"/>
              </a:rPr>
              <a:t>Click to edit Master text styles</a:t>
            </a:r>
            <a:endParaRPr b="0" lang="en-US" sz="1050" strike="noStrike" u="none">
              <a:solidFill>
                <a:schemeClr val="lt1"/>
              </a:solidFill>
              <a:effectLst/>
              <a:uFillTx/>
              <a:latin typeface="Century Gothic"/>
            </a:endParaRPr>
          </a:p>
        </p:txBody>
      </p:sp>
      <p:sp>
        <p:nvSpPr>
          <p:cNvPr id="43" name="PlaceHolder 6"/>
          <p:cNvSpPr>
            <a:spLocks noGrp="1"/>
          </p:cNvSpPr>
          <p:nvPr>
            <p:ph type="body"/>
          </p:nvPr>
        </p:nvSpPr>
        <p:spPr>
          <a:xfrm>
            <a:off x="6039000" y="1778760"/>
            <a:ext cx="2592000" cy="507960"/>
          </a:xfrm>
          <a:prstGeom prst="rect">
            <a:avLst/>
          </a:prstGeom>
          <a:noFill/>
          <a:ln w="0">
            <a:noFill/>
          </a:ln>
        </p:spPr>
        <p:txBody>
          <a:bodyPr lIns="91440" rIns="91440" tIns="45720" bIns="45720" anchor="b">
            <a:noAutofit/>
          </a:bodyPr>
          <a:p>
            <a:pPr indent="0" defTabSz="685800">
              <a:lnSpc>
                <a:spcPct val="90000"/>
              </a:lnSpc>
              <a:spcBef>
                <a:spcPts val="751"/>
              </a:spcBef>
              <a:buNone/>
              <a:tabLst>
                <a:tab algn="l" pos="0"/>
              </a:tabLst>
            </a:pPr>
            <a:r>
              <a:rPr b="0" lang="en-US" sz="1800" strike="noStrike" u="none">
                <a:solidFill>
                  <a:schemeClr val="lt1"/>
                </a:solidFill>
                <a:effectLst/>
                <a:uFillTx/>
                <a:latin typeface="Century Gothic"/>
              </a:rPr>
              <a:t>Click to edit Master text styles</a:t>
            </a:r>
            <a:endParaRPr b="0" lang="en-US" sz="1800" strike="noStrike" u="none">
              <a:solidFill>
                <a:schemeClr val="lt1"/>
              </a:solidFill>
              <a:effectLst/>
              <a:uFillTx/>
              <a:latin typeface="Century Gothic"/>
            </a:endParaRPr>
          </a:p>
        </p:txBody>
      </p:sp>
      <p:sp>
        <p:nvSpPr>
          <p:cNvPr id="44" name="PlaceHolder 7"/>
          <p:cNvSpPr>
            <a:spLocks noGrp="1"/>
          </p:cNvSpPr>
          <p:nvPr>
            <p:ph type="body"/>
          </p:nvPr>
        </p:nvSpPr>
        <p:spPr>
          <a:xfrm>
            <a:off x="6039000" y="2355840"/>
            <a:ext cx="2592000" cy="2687760"/>
          </a:xfrm>
          <a:prstGeom prst="rect">
            <a:avLst/>
          </a:prstGeom>
          <a:noFill/>
          <a:ln w="0">
            <a:noFill/>
          </a:ln>
        </p:spPr>
        <p:txBody>
          <a:bodyPr lIns="91440" rIns="91440" tIns="45720" bIns="45720" anchor="t">
            <a:normAutofit/>
          </a:bodyPr>
          <a:p>
            <a:pPr indent="0" defTabSz="685800">
              <a:lnSpc>
                <a:spcPct val="90000"/>
              </a:lnSpc>
              <a:spcBef>
                <a:spcPts val="751"/>
              </a:spcBef>
              <a:buNone/>
              <a:tabLst>
                <a:tab algn="l" pos="0"/>
              </a:tabLst>
            </a:pPr>
            <a:r>
              <a:rPr b="0" lang="en-US" sz="1050" strike="noStrike" u="none">
                <a:solidFill>
                  <a:schemeClr val="lt1"/>
                </a:solidFill>
                <a:effectLst/>
                <a:uFillTx/>
                <a:latin typeface="Century Gothic"/>
              </a:rPr>
              <a:t>Click to edit Master text styles</a:t>
            </a:r>
            <a:endParaRPr b="0" lang="en-US" sz="1050" strike="noStrike" u="none">
              <a:solidFill>
                <a:schemeClr val="lt1"/>
              </a:solidFill>
              <a:effectLst/>
              <a:uFillTx/>
              <a:latin typeface="Century Gothic"/>
            </a:endParaRPr>
          </a:p>
        </p:txBody>
      </p:sp>
      <p:sp>
        <p:nvSpPr>
          <p:cNvPr id="45" name="PlaceHolder 8"/>
          <p:cNvSpPr>
            <a:spLocks noGrp="1"/>
          </p:cNvSpPr>
          <p:nvPr>
            <p:ph type="dt" idx="16"/>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46" name="PlaceHolder 9"/>
          <p:cNvSpPr>
            <a:spLocks noGrp="1"/>
          </p:cNvSpPr>
          <p:nvPr>
            <p:ph type="ftr" idx="17"/>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47" name="PlaceHolder 10"/>
          <p:cNvSpPr>
            <a:spLocks noGrp="1"/>
          </p:cNvSpPr>
          <p:nvPr>
            <p:ph type="sldNum" idx="18"/>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F5C91F78-CFC7-4BFC-8851-51B97C18F516}"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Picture Column">
    <p:bg>
      <p:bgPr>
        <a:solidFill>
          <a:srgbClr val="000000"/>
        </a:solidFill>
      </p:bgPr>
    </p:bg>
    <p:spTree>
      <p:nvGrpSpPr>
        <p:cNvPr id="1" name=""/>
        <p:cNvGrpSpPr/>
        <p:nvPr/>
      </p:nvGrpSpPr>
      <p:grpSpPr>
        <a:xfrm>
          <a:off x="0" y="0"/>
          <a:ext cx="0" cy="0"/>
          <a:chOff x="0" y="0"/>
          <a:chExt cx="0" cy="0"/>
        </a:xfrm>
      </p:grpSpPr>
      <p:pic>
        <p:nvPicPr>
          <p:cNvPr id="48" name="Picture 6" descr="C0-HD-TOP.png"/>
          <p:cNvPicPr/>
          <p:nvPr/>
        </p:nvPicPr>
        <p:blipFill>
          <a:blip r:embed="rId2"/>
          <a:stretch/>
        </p:blipFill>
        <p:spPr>
          <a:xfrm>
            <a:off x="0" y="0"/>
            <a:ext cx="9143640" cy="1168920"/>
          </a:xfrm>
          <a:prstGeom prst="rect">
            <a:avLst/>
          </a:prstGeom>
          <a:noFill/>
          <a:ln w="0">
            <a:noFill/>
          </a:ln>
        </p:spPr>
      </p:pic>
      <p:sp>
        <p:nvSpPr>
          <p:cNvPr id="49" name="PlaceHolder 1"/>
          <p:cNvSpPr>
            <a:spLocks noGrp="1"/>
          </p:cNvSpPr>
          <p:nvPr>
            <p:ph type="title"/>
          </p:nvPr>
        </p:nvSpPr>
        <p:spPr>
          <a:xfrm>
            <a:off x="2171880" y="618120"/>
            <a:ext cx="6457680" cy="1050480"/>
          </a:xfrm>
          <a:prstGeom prst="rect">
            <a:avLst/>
          </a:prstGeom>
          <a:noFill/>
          <a:ln w="0">
            <a:noFill/>
          </a:ln>
        </p:spPr>
        <p:txBody>
          <a:bodyPr lIns="91440" rIns="91440" tIns="45720" bIns="45720" anchor="ctr">
            <a:noAutofit/>
          </a:bodyPr>
          <a:p>
            <a:pPr indent="0" algn="r"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50" name="PlaceHolder 2"/>
          <p:cNvSpPr>
            <a:spLocks noGrp="1"/>
          </p:cNvSpPr>
          <p:nvPr>
            <p:ph type="body"/>
          </p:nvPr>
        </p:nvSpPr>
        <p:spPr>
          <a:xfrm>
            <a:off x="516600" y="3399480"/>
            <a:ext cx="2588400" cy="553320"/>
          </a:xfrm>
          <a:prstGeom prst="rect">
            <a:avLst/>
          </a:prstGeom>
          <a:noFill/>
          <a:ln w="0">
            <a:noFill/>
          </a:ln>
        </p:spPr>
        <p:txBody>
          <a:bodyPr lIns="91440" rIns="91440" tIns="45720" bIns="45720" anchor="b">
            <a:noAutofit/>
          </a:bodyPr>
          <a:p>
            <a:pPr indent="0" defTabSz="685800">
              <a:lnSpc>
                <a:spcPct val="90000"/>
              </a:lnSpc>
              <a:spcBef>
                <a:spcPts val="751"/>
              </a:spcBef>
              <a:buNone/>
              <a:tabLst>
                <a:tab algn="l" pos="0"/>
              </a:tabLst>
            </a:pPr>
            <a:r>
              <a:rPr b="0" lang="en-US" sz="1800" strike="noStrike" u="none">
                <a:solidFill>
                  <a:schemeClr val="lt1"/>
                </a:solidFill>
                <a:effectLst/>
                <a:uFillTx/>
                <a:latin typeface="Century Gothic"/>
              </a:rPr>
              <a:t>Click to edit Master text styles</a:t>
            </a:r>
            <a:endParaRPr b="0" lang="en-US" sz="1800" strike="noStrike" u="none">
              <a:solidFill>
                <a:schemeClr val="lt1"/>
              </a:solidFill>
              <a:effectLst/>
              <a:uFillTx/>
              <a:latin typeface="Century Gothic"/>
            </a:endParaRPr>
          </a:p>
        </p:txBody>
      </p:sp>
      <p:sp>
        <p:nvSpPr>
          <p:cNvPr id="51" name="PlaceHolder 3"/>
          <p:cNvSpPr>
            <a:spLocks noGrp="1"/>
          </p:cNvSpPr>
          <p:nvPr>
            <p:ph type="body"/>
          </p:nvPr>
        </p:nvSpPr>
        <p:spPr>
          <a:xfrm>
            <a:off x="516600" y="1915920"/>
            <a:ext cx="2588400" cy="1235880"/>
          </a:xfrm>
          <a:prstGeom prst="rect">
            <a:avLst/>
          </a:prstGeom>
          <a:noFill/>
          <a:ln w="0">
            <a:noFill/>
          </a:ln>
          <a:effectLst>
            <a:outerShdw dist="50760" dir="5400000" blurRad="50760" rotWithShape="0">
              <a:srgbClr val="000000">
                <a:alpha val="43000"/>
              </a:srgbClr>
            </a:outerShdw>
          </a:effectLst>
        </p:spPr>
        <p:txBody>
          <a:bodyPr lIns="90000" rIns="90000" tIns="45000" bIns="45000" anchor="t">
            <a:normAutofit/>
          </a:bodyPr>
          <a:p>
            <a:pPr indent="0" algn="ctr" defTabSz="914400">
              <a:lnSpc>
                <a:spcPct val="100000"/>
              </a:lnSpc>
              <a:buNone/>
              <a:tabLst>
                <a:tab algn="l" pos="0"/>
              </a:tabLst>
            </a:pPr>
            <a:r>
              <a:rPr b="0" lang="en-US" sz="1200" strike="noStrike" u="none">
                <a:solidFill>
                  <a:schemeClr val="lt1"/>
                </a:solidFill>
                <a:effectLst/>
                <a:uFillTx/>
                <a:latin typeface="Century Gothic"/>
              </a:rPr>
              <a:t>Click icon to add picture</a:t>
            </a:r>
            <a:endParaRPr b="0" lang="en-US" sz="1200" strike="noStrike" u="none">
              <a:solidFill>
                <a:schemeClr val="lt1"/>
              </a:solidFill>
              <a:effectLst/>
              <a:uFillTx/>
              <a:latin typeface="Century Gothic"/>
            </a:endParaRPr>
          </a:p>
        </p:txBody>
      </p:sp>
      <p:sp>
        <p:nvSpPr>
          <p:cNvPr id="52" name="PlaceHolder 4"/>
          <p:cNvSpPr>
            <a:spLocks noGrp="1"/>
          </p:cNvSpPr>
          <p:nvPr>
            <p:ph type="body"/>
          </p:nvPr>
        </p:nvSpPr>
        <p:spPr>
          <a:xfrm>
            <a:off x="516600" y="3953160"/>
            <a:ext cx="2588400" cy="1090440"/>
          </a:xfrm>
          <a:prstGeom prst="rect">
            <a:avLst/>
          </a:prstGeom>
          <a:noFill/>
          <a:ln w="0">
            <a:noFill/>
          </a:ln>
        </p:spPr>
        <p:txBody>
          <a:bodyPr lIns="91440" rIns="91440" tIns="45720" bIns="45720" anchor="t">
            <a:normAutofit/>
          </a:bodyPr>
          <a:p>
            <a:pPr indent="0" defTabSz="685800">
              <a:lnSpc>
                <a:spcPct val="90000"/>
              </a:lnSpc>
              <a:spcBef>
                <a:spcPts val="751"/>
              </a:spcBef>
              <a:buNone/>
              <a:tabLst>
                <a:tab algn="l" pos="0"/>
              </a:tabLst>
            </a:pPr>
            <a:r>
              <a:rPr b="0" lang="en-US" sz="1050" strike="noStrike" u="none">
                <a:solidFill>
                  <a:schemeClr val="lt1"/>
                </a:solidFill>
                <a:effectLst/>
                <a:uFillTx/>
                <a:latin typeface="Century Gothic"/>
              </a:rPr>
              <a:t>Click to edit Master text styles</a:t>
            </a:r>
            <a:endParaRPr b="0" lang="en-US" sz="1050" strike="noStrike" u="none">
              <a:solidFill>
                <a:schemeClr val="lt1"/>
              </a:solidFill>
              <a:effectLst/>
              <a:uFillTx/>
              <a:latin typeface="Century Gothic"/>
            </a:endParaRPr>
          </a:p>
        </p:txBody>
      </p:sp>
      <p:sp>
        <p:nvSpPr>
          <p:cNvPr id="53" name="PlaceHolder 5"/>
          <p:cNvSpPr>
            <a:spLocks noGrp="1"/>
          </p:cNvSpPr>
          <p:nvPr>
            <p:ph type="body"/>
          </p:nvPr>
        </p:nvSpPr>
        <p:spPr>
          <a:xfrm>
            <a:off x="3280680" y="3399480"/>
            <a:ext cx="2586240" cy="553320"/>
          </a:xfrm>
          <a:prstGeom prst="rect">
            <a:avLst/>
          </a:prstGeom>
          <a:noFill/>
          <a:ln w="0">
            <a:noFill/>
          </a:ln>
        </p:spPr>
        <p:txBody>
          <a:bodyPr lIns="91440" rIns="91440" tIns="45720" bIns="45720" anchor="b">
            <a:noAutofit/>
          </a:bodyPr>
          <a:p>
            <a:pPr indent="0" defTabSz="685800">
              <a:lnSpc>
                <a:spcPct val="90000"/>
              </a:lnSpc>
              <a:spcBef>
                <a:spcPts val="751"/>
              </a:spcBef>
              <a:buNone/>
              <a:tabLst>
                <a:tab algn="l" pos="0"/>
              </a:tabLst>
            </a:pPr>
            <a:r>
              <a:rPr b="0" lang="en-US" sz="1800" strike="noStrike" u="none">
                <a:solidFill>
                  <a:schemeClr val="lt1"/>
                </a:solidFill>
                <a:effectLst/>
                <a:uFillTx/>
                <a:latin typeface="Century Gothic"/>
              </a:rPr>
              <a:t>Click to edit Master text styles</a:t>
            </a:r>
            <a:endParaRPr b="0" lang="en-US" sz="1800" strike="noStrike" u="none">
              <a:solidFill>
                <a:schemeClr val="lt1"/>
              </a:solidFill>
              <a:effectLst/>
              <a:uFillTx/>
              <a:latin typeface="Century Gothic"/>
            </a:endParaRPr>
          </a:p>
        </p:txBody>
      </p:sp>
      <p:sp>
        <p:nvSpPr>
          <p:cNvPr id="54" name="PlaceHolder 6"/>
          <p:cNvSpPr>
            <a:spLocks noGrp="1"/>
          </p:cNvSpPr>
          <p:nvPr>
            <p:ph type="body"/>
          </p:nvPr>
        </p:nvSpPr>
        <p:spPr>
          <a:xfrm>
            <a:off x="3280680" y="1915920"/>
            <a:ext cx="2586240" cy="1235880"/>
          </a:xfrm>
          <a:prstGeom prst="rect">
            <a:avLst/>
          </a:prstGeom>
          <a:noFill/>
          <a:ln w="0">
            <a:noFill/>
          </a:ln>
          <a:effectLst>
            <a:outerShdw dist="50760" dir="5400000" blurRad="50760" rotWithShape="0">
              <a:srgbClr val="000000">
                <a:alpha val="43000"/>
              </a:srgbClr>
            </a:outerShdw>
          </a:effectLst>
        </p:spPr>
        <p:txBody>
          <a:bodyPr lIns="90000" rIns="90000" tIns="45000" bIns="45000" anchor="t">
            <a:normAutofit/>
          </a:bodyPr>
          <a:p>
            <a:pPr indent="0" algn="ctr" defTabSz="914400">
              <a:lnSpc>
                <a:spcPct val="100000"/>
              </a:lnSpc>
              <a:buNone/>
              <a:tabLst>
                <a:tab algn="l" pos="0"/>
              </a:tabLst>
            </a:pPr>
            <a:r>
              <a:rPr b="0" lang="en-US" sz="1200" strike="noStrike" u="none">
                <a:solidFill>
                  <a:schemeClr val="lt1"/>
                </a:solidFill>
                <a:effectLst/>
                <a:uFillTx/>
                <a:latin typeface="Century Gothic"/>
              </a:rPr>
              <a:t>Click icon to add picture</a:t>
            </a:r>
            <a:endParaRPr b="0" lang="en-US" sz="1200" strike="noStrike" u="none">
              <a:solidFill>
                <a:schemeClr val="lt1"/>
              </a:solidFill>
              <a:effectLst/>
              <a:uFillTx/>
              <a:latin typeface="Century Gothic"/>
            </a:endParaRPr>
          </a:p>
        </p:txBody>
      </p:sp>
      <p:sp>
        <p:nvSpPr>
          <p:cNvPr id="55" name="PlaceHolder 7"/>
          <p:cNvSpPr>
            <a:spLocks noGrp="1"/>
          </p:cNvSpPr>
          <p:nvPr>
            <p:ph type="body"/>
          </p:nvPr>
        </p:nvSpPr>
        <p:spPr>
          <a:xfrm>
            <a:off x="3280680" y="3953160"/>
            <a:ext cx="2586240" cy="1090440"/>
          </a:xfrm>
          <a:prstGeom prst="rect">
            <a:avLst/>
          </a:prstGeom>
          <a:noFill/>
          <a:ln w="0">
            <a:noFill/>
          </a:ln>
        </p:spPr>
        <p:txBody>
          <a:bodyPr lIns="91440" rIns="91440" tIns="45720" bIns="45720" anchor="t">
            <a:normAutofit/>
          </a:bodyPr>
          <a:p>
            <a:pPr indent="0" defTabSz="685800">
              <a:lnSpc>
                <a:spcPct val="90000"/>
              </a:lnSpc>
              <a:spcBef>
                <a:spcPts val="751"/>
              </a:spcBef>
              <a:buNone/>
              <a:tabLst>
                <a:tab algn="l" pos="0"/>
              </a:tabLst>
            </a:pPr>
            <a:r>
              <a:rPr b="0" lang="en-US" sz="1050" strike="noStrike" u="none">
                <a:solidFill>
                  <a:schemeClr val="lt1"/>
                </a:solidFill>
                <a:effectLst/>
                <a:uFillTx/>
                <a:latin typeface="Century Gothic"/>
              </a:rPr>
              <a:t>Click to edit Master text styles</a:t>
            </a:r>
            <a:endParaRPr b="0" lang="en-US" sz="1050" strike="noStrike" u="none">
              <a:solidFill>
                <a:schemeClr val="lt1"/>
              </a:solidFill>
              <a:effectLst/>
              <a:uFillTx/>
              <a:latin typeface="Century Gothic"/>
            </a:endParaRPr>
          </a:p>
        </p:txBody>
      </p:sp>
      <p:sp>
        <p:nvSpPr>
          <p:cNvPr id="56" name="PlaceHolder 8"/>
          <p:cNvSpPr>
            <a:spLocks noGrp="1"/>
          </p:cNvSpPr>
          <p:nvPr>
            <p:ph type="body"/>
          </p:nvPr>
        </p:nvSpPr>
        <p:spPr>
          <a:xfrm>
            <a:off x="6037200" y="3399480"/>
            <a:ext cx="2592000" cy="553320"/>
          </a:xfrm>
          <a:prstGeom prst="rect">
            <a:avLst/>
          </a:prstGeom>
          <a:noFill/>
          <a:ln w="0">
            <a:noFill/>
          </a:ln>
        </p:spPr>
        <p:txBody>
          <a:bodyPr lIns="91440" rIns="91440" tIns="45720" bIns="45720" anchor="b">
            <a:noAutofit/>
          </a:bodyPr>
          <a:p>
            <a:pPr indent="0" defTabSz="685800">
              <a:lnSpc>
                <a:spcPct val="90000"/>
              </a:lnSpc>
              <a:spcBef>
                <a:spcPts val="751"/>
              </a:spcBef>
              <a:buNone/>
              <a:tabLst>
                <a:tab algn="l" pos="0"/>
              </a:tabLst>
            </a:pPr>
            <a:r>
              <a:rPr b="0" lang="en-US" sz="1800" strike="noStrike" u="none">
                <a:solidFill>
                  <a:schemeClr val="lt1"/>
                </a:solidFill>
                <a:effectLst/>
                <a:uFillTx/>
                <a:latin typeface="Century Gothic"/>
              </a:rPr>
              <a:t>Click to edit Master text styles</a:t>
            </a:r>
            <a:endParaRPr b="0" lang="en-US" sz="1800" strike="noStrike" u="none">
              <a:solidFill>
                <a:schemeClr val="lt1"/>
              </a:solidFill>
              <a:effectLst/>
              <a:uFillTx/>
              <a:latin typeface="Century Gothic"/>
            </a:endParaRPr>
          </a:p>
        </p:txBody>
      </p:sp>
      <p:sp>
        <p:nvSpPr>
          <p:cNvPr id="57" name="PlaceHolder 9"/>
          <p:cNvSpPr>
            <a:spLocks noGrp="1"/>
          </p:cNvSpPr>
          <p:nvPr>
            <p:ph type="body"/>
          </p:nvPr>
        </p:nvSpPr>
        <p:spPr>
          <a:xfrm>
            <a:off x="6037560" y="1915920"/>
            <a:ext cx="2585520" cy="1235880"/>
          </a:xfrm>
          <a:prstGeom prst="rect">
            <a:avLst/>
          </a:prstGeom>
          <a:noFill/>
          <a:ln w="0">
            <a:noFill/>
          </a:ln>
          <a:effectLst>
            <a:outerShdw dist="50760" dir="5400000" blurRad="50760" rotWithShape="0">
              <a:srgbClr val="000000">
                <a:alpha val="43000"/>
              </a:srgbClr>
            </a:outerShdw>
          </a:effectLst>
        </p:spPr>
        <p:txBody>
          <a:bodyPr lIns="90000" rIns="90000" tIns="45000" bIns="45000" anchor="t">
            <a:normAutofit/>
          </a:bodyPr>
          <a:p>
            <a:pPr indent="0" algn="ctr" defTabSz="914400">
              <a:lnSpc>
                <a:spcPct val="100000"/>
              </a:lnSpc>
              <a:buNone/>
              <a:tabLst>
                <a:tab algn="l" pos="0"/>
              </a:tabLst>
            </a:pPr>
            <a:r>
              <a:rPr b="0" lang="en-US" sz="1200" strike="noStrike" u="none">
                <a:solidFill>
                  <a:schemeClr val="lt1"/>
                </a:solidFill>
                <a:effectLst/>
                <a:uFillTx/>
                <a:latin typeface="Century Gothic"/>
              </a:rPr>
              <a:t>Click icon to add picture</a:t>
            </a:r>
            <a:endParaRPr b="0" lang="en-US" sz="1200" strike="noStrike" u="none">
              <a:solidFill>
                <a:schemeClr val="lt1"/>
              </a:solidFill>
              <a:effectLst/>
              <a:uFillTx/>
              <a:latin typeface="Century Gothic"/>
            </a:endParaRPr>
          </a:p>
        </p:txBody>
      </p:sp>
      <p:sp>
        <p:nvSpPr>
          <p:cNvPr id="58" name="PlaceHolder 10"/>
          <p:cNvSpPr>
            <a:spLocks noGrp="1"/>
          </p:cNvSpPr>
          <p:nvPr>
            <p:ph type="body"/>
          </p:nvPr>
        </p:nvSpPr>
        <p:spPr>
          <a:xfrm>
            <a:off x="6037200" y="3953160"/>
            <a:ext cx="2589120" cy="1090440"/>
          </a:xfrm>
          <a:prstGeom prst="rect">
            <a:avLst/>
          </a:prstGeom>
          <a:noFill/>
          <a:ln w="0">
            <a:noFill/>
          </a:ln>
        </p:spPr>
        <p:txBody>
          <a:bodyPr lIns="91440" rIns="91440" tIns="45720" bIns="45720" anchor="t">
            <a:normAutofit/>
          </a:bodyPr>
          <a:p>
            <a:pPr indent="0" defTabSz="685800">
              <a:lnSpc>
                <a:spcPct val="90000"/>
              </a:lnSpc>
              <a:spcBef>
                <a:spcPts val="751"/>
              </a:spcBef>
              <a:buNone/>
              <a:tabLst>
                <a:tab algn="l" pos="0"/>
              </a:tabLst>
            </a:pPr>
            <a:r>
              <a:rPr b="0" lang="en-US" sz="1050" strike="noStrike" u="none">
                <a:solidFill>
                  <a:schemeClr val="lt1"/>
                </a:solidFill>
                <a:effectLst/>
                <a:uFillTx/>
                <a:latin typeface="Century Gothic"/>
              </a:rPr>
              <a:t>Click to edit Master text styles</a:t>
            </a:r>
            <a:endParaRPr b="0" lang="en-US" sz="1050" strike="noStrike" u="none">
              <a:solidFill>
                <a:schemeClr val="lt1"/>
              </a:solidFill>
              <a:effectLst/>
              <a:uFillTx/>
              <a:latin typeface="Century Gothic"/>
            </a:endParaRPr>
          </a:p>
        </p:txBody>
      </p:sp>
      <p:sp>
        <p:nvSpPr>
          <p:cNvPr id="59" name="PlaceHolder 11"/>
          <p:cNvSpPr>
            <a:spLocks noGrp="1"/>
          </p:cNvSpPr>
          <p:nvPr>
            <p:ph type="dt" idx="19"/>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60" name="PlaceHolder 12"/>
          <p:cNvSpPr>
            <a:spLocks noGrp="1"/>
          </p:cNvSpPr>
          <p:nvPr>
            <p:ph type="ftr" idx="20"/>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61" name="PlaceHolder 13"/>
          <p:cNvSpPr>
            <a:spLocks noGrp="1"/>
          </p:cNvSpPr>
          <p:nvPr>
            <p:ph type="sldNum" idx="21"/>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CFEB0AC4-F1BB-4A3D-985D-23E1ECBFEE13}"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000000"/>
        </a:solidFill>
      </p:bgPr>
    </p:bg>
    <p:spTree>
      <p:nvGrpSpPr>
        <p:cNvPr id="1" name=""/>
        <p:cNvGrpSpPr/>
        <p:nvPr/>
      </p:nvGrpSpPr>
      <p:grpSpPr>
        <a:xfrm>
          <a:off x="0" y="0"/>
          <a:ext cx="0" cy="0"/>
          <a:chOff x="0" y="0"/>
          <a:chExt cx="0" cy="0"/>
        </a:xfrm>
      </p:grpSpPr>
      <p:pic>
        <p:nvPicPr>
          <p:cNvPr id="62" name="Picture 6" descr="C0-HD-TOP.png"/>
          <p:cNvPicPr/>
          <p:nvPr/>
        </p:nvPicPr>
        <p:blipFill>
          <a:blip r:embed="rId2"/>
          <a:stretch/>
        </p:blipFill>
        <p:spPr>
          <a:xfrm>
            <a:off x="0" y="0"/>
            <a:ext cx="9143640" cy="1168920"/>
          </a:xfrm>
          <a:prstGeom prst="rect">
            <a:avLst/>
          </a:prstGeom>
          <a:noFill/>
          <a:ln w="0">
            <a:noFill/>
          </a:ln>
        </p:spPr>
      </p:pic>
      <p:sp>
        <p:nvSpPr>
          <p:cNvPr id="63" name="PlaceHolder 1"/>
          <p:cNvSpPr>
            <a:spLocks noGrp="1"/>
          </p:cNvSpPr>
          <p:nvPr>
            <p:ph type="title"/>
          </p:nvPr>
        </p:nvSpPr>
        <p:spPr>
          <a:xfrm>
            <a:off x="2171880" y="619920"/>
            <a:ext cx="6457680" cy="1048320"/>
          </a:xfrm>
          <a:prstGeom prst="rect">
            <a:avLst/>
          </a:prstGeom>
          <a:noFill/>
          <a:ln w="0">
            <a:noFill/>
          </a:ln>
        </p:spPr>
        <p:txBody>
          <a:bodyPr lIns="91440" rIns="91440" tIns="45720" bIns="45720" anchor="ctr">
            <a:noAutofit/>
          </a:bodyPr>
          <a:p>
            <a:pPr indent="0" algn="r"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64" name="PlaceHolder 2"/>
          <p:cNvSpPr>
            <a:spLocks noGrp="1"/>
          </p:cNvSpPr>
          <p:nvPr>
            <p:ph type="body"/>
          </p:nvPr>
        </p:nvSpPr>
        <p:spPr>
          <a:xfrm>
            <a:off x="514440" y="1780200"/>
            <a:ext cx="8115120" cy="3263760"/>
          </a:xfrm>
          <a:prstGeom prst="rect">
            <a:avLst/>
          </a:prstGeom>
          <a:noFill/>
          <a:ln w="0">
            <a:noFill/>
          </a:ln>
        </p:spPr>
        <p:txBody>
          <a:bodyPr lIns="91440" rIns="91440" tIns="45720" bIns="45720" anchor="t" vert="eaVert">
            <a:noAutofit/>
          </a:bodyPr>
          <a:p>
            <a:pPr marL="171360" indent="-171360" defTabSz="685800">
              <a:lnSpc>
                <a:spcPct val="90000"/>
              </a:lnSpc>
              <a:spcBef>
                <a:spcPts val="751"/>
              </a:spcBef>
              <a:buClr>
                <a:srgbClr val="ffffff"/>
              </a:buClr>
              <a:buFont typeface="Arial"/>
              <a:buChar char="•"/>
            </a:pPr>
            <a:r>
              <a:rPr b="0" lang="en-US" sz="1650" strike="noStrike" u="none">
                <a:solidFill>
                  <a:schemeClr val="lt1"/>
                </a:solidFill>
                <a:effectLst/>
                <a:uFillTx/>
                <a:latin typeface="Century Gothic"/>
              </a:rPr>
              <a:t>Click to edit Master text styles</a:t>
            </a:r>
            <a:endParaRPr b="0" lang="en-US" sz="1650" strike="noStrike" u="none">
              <a:solidFill>
                <a:schemeClr val="lt1"/>
              </a:solidFill>
              <a:effectLst/>
              <a:uFillTx/>
              <a:latin typeface="Century Gothic"/>
            </a:endParaRPr>
          </a:p>
          <a:p>
            <a:pPr lvl="1" marL="514440" indent="-171360" defTabSz="685800">
              <a:lnSpc>
                <a:spcPct val="90000"/>
              </a:lnSpc>
              <a:spcBef>
                <a:spcPts val="374"/>
              </a:spcBef>
              <a:buClr>
                <a:srgbClr val="ffffff"/>
              </a:buClr>
              <a:buFont typeface="Arial"/>
              <a:buChar char="•"/>
            </a:pPr>
            <a:r>
              <a:rPr b="0" lang="en-US" sz="1500" strike="noStrike" u="none">
                <a:solidFill>
                  <a:schemeClr val="lt1"/>
                </a:solidFill>
                <a:effectLst/>
                <a:uFillTx/>
                <a:latin typeface="Century Gothic"/>
              </a:rPr>
              <a:t>Second level</a:t>
            </a:r>
            <a:endParaRPr b="0" lang="en-US" sz="1500" strike="noStrike" u="none">
              <a:solidFill>
                <a:schemeClr val="lt1"/>
              </a:solidFill>
              <a:effectLst/>
              <a:uFillTx/>
              <a:latin typeface="Century Gothic"/>
            </a:endParaRPr>
          </a:p>
          <a:p>
            <a:pPr lvl="2" marL="857160" indent="-171360" defTabSz="685800">
              <a:lnSpc>
                <a:spcPct val="90000"/>
              </a:lnSpc>
              <a:spcBef>
                <a:spcPts val="374"/>
              </a:spcBef>
              <a:buClr>
                <a:srgbClr val="ffffff"/>
              </a:buClr>
              <a:buFont typeface="Arial"/>
              <a:buChar char="•"/>
            </a:pPr>
            <a:r>
              <a:rPr b="0" lang="en-US" sz="1350" strike="noStrike" u="none">
                <a:solidFill>
                  <a:schemeClr val="lt1"/>
                </a:solidFill>
                <a:effectLst/>
                <a:uFillTx/>
                <a:latin typeface="Century Gothic"/>
              </a:rPr>
              <a:t>Third level</a:t>
            </a:r>
            <a:endParaRPr b="0" lang="en-US" sz="1350" strike="noStrike" u="none">
              <a:solidFill>
                <a:schemeClr val="lt1"/>
              </a:solidFill>
              <a:effectLst/>
              <a:uFillTx/>
              <a:latin typeface="Century Gothic"/>
            </a:endParaRPr>
          </a:p>
          <a:p>
            <a:pPr lvl="3" marL="120024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Fourth level</a:t>
            </a:r>
            <a:endParaRPr b="0" lang="en-US" sz="1200" strike="noStrike" u="none">
              <a:solidFill>
                <a:schemeClr val="lt1"/>
              </a:solidFill>
              <a:effectLst/>
              <a:uFillTx/>
              <a:latin typeface="Century Gothic"/>
            </a:endParaRPr>
          </a:p>
          <a:p>
            <a:pPr lvl="4" marL="154296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Fifth level</a:t>
            </a:r>
            <a:endParaRPr b="0" lang="en-US" sz="1200" strike="noStrike" u="none">
              <a:solidFill>
                <a:schemeClr val="lt1"/>
              </a:solidFill>
              <a:effectLst/>
              <a:uFillTx/>
              <a:latin typeface="Century Gothic"/>
            </a:endParaRPr>
          </a:p>
        </p:txBody>
      </p:sp>
      <p:sp>
        <p:nvSpPr>
          <p:cNvPr id="65" name="PlaceHolder 3"/>
          <p:cNvSpPr>
            <a:spLocks noGrp="1"/>
          </p:cNvSpPr>
          <p:nvPr>
            <p:ph type="dt" idx="22"/>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66" name="PlaceHolder 4"/>
          <p:cNvSpPr>
            <a:spLocks noGrp="1"/>
          </p:cNvSpPr>
          <p:nvPr>
            <p:ph type="ftr" idx="23"/>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67" name="PlaceHolder 5"/>
          <p:cNvSpPr>
            <a:spLocks noGrp="1"/>
          </p:cNvSpPr>
          <p:nvPr>
            <p:ph type="sldNum" idx="24"/>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62D1E390-78EA-4342-B6E7-CDC66324ABE9}"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000000"/>
        </a:solidFill>
      </p:bgPr>
    </p:bg>
    <p:spTree>
      <p:nvGrpSpPr>
        <p:cNvPr id="1" name=""/>
        <p:cNvGrpSpPr/>
        <p:nvPr/>
      </p:nvGrpSpPr>
      <p:grpSpPr>
        <a:xfrm>
          <a:off x="0" y="0"/>
          <a:ext cx="0" cy="0"/>
          <a:chOff x="0" y="0"/>
          <a:chExt cx="0" cy="0"/>
        </a:xfrm>
      </p:grpSpPr>
      <p:pic>
        <p:nvPicPr>
          <p:cNvPr id="68" name="Picture 6" descr="C0-HD-TOP.png"/>
          <p:cNvPicPr/>
          <p:nvPr/>
        </p:nvPicPr>
        <p:blipFill>
          <a:blip r:embed="rId2"/>
          <a:stretch/>
        </p:blipFill>
        <p:spPr>
          <a:xfrm>
            <a:off x="0" y="0"/>
            <a:ext cx="9143640" cy="1168920"/>
          </a:xfrm>
          <a:prstGeom prst="rect">
            <a:avLst/>
          </a:prstGeom>
          <a:noFill/>
          <a:ln w="0">
            <a:noFill/>
          </a:ln>
        </p:spPr>
      </p:pic>
      <p:pic>
        <p:nvPicPr>
          <p:cNvPr id="69" name="Picture 7" descr="C0-HD-BTM.png"/>
          <p:cNvPicPr/>
          <p:nvPr/>
        </p:nvPicPr>
        <p:blipFill>
          <a:blip r:embed="rId3"/>
          <a:stretch/>
        </p:blipFill>
        <p:spPr>
          <a:xfrm>
            <a:off x="0" y="3548880"/>
            <a:ext cx="9143640" cy="2013480"/>
          </a:xfrm>
          <a:prstGeom prst="rect">
            <a:avLst/>
          </a:prstGeom>
          <a:noFill/>
          <a:ln w="0">
            <a:noFill/>
          </a:ln>
        </p:spPr>
      </p:pic>
      <p:sp>
        <p:nvSpPr>
          <p:cNvPr id="70" name="PlaceHolder 1"/>
          <p:cNvSpPr>
            <a:spLocks noGrp="1"/>
          </p:cNvSpPr>
          <p:nvPr>
            <p:ph type="title"/>
          </p:nvPr>
        </p:nvSpPr>
        <p:spPr>
          <a:xfrm>
            <a:off x="7086600" y="604440"/>
            <a:ext cx="1542600" cy="3165480"/>
          </a:xfrm>
          <a:prstGeom prst="rect">
            <a:avLst/>
          </a:prstGeom>
          <a:noFill/>
          <a:ln w="0">
            <a:noFill/>
          </a:ln>
        </p:spPr>
        <p:txBody>
          <a:bodyPr lIns="91440" rIns="91440" tIns="45720" bIns="45720" anchor="ctr" vert="eaVert">
            <a:noAutofit/>
          </a:bodyPr>
          <a:p>
            <a:pPr indent="0"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71" name="PlaceHolder 2"/>
          <p:cNvSpPr>
            <a:spLocks noGrp="1"/>
          </p:cNvSpPr>
          <p:nvPr>
            <p:ph type="body"/>
          </p:nvPr>
        </p:nvSpPr>
        <p:spPr>
          <a:xfrm>
            <a:off x="768240" y="604440"/>
            <a:ext cx="6152760" cy="3165480"/>
          </a:xfrm>
          <a:prstGeom prst="rect">
            <a:avLst/>
          </a:prstGeom>
          <a:noFill/>
          <a:ln w="0">
            <a:noFill/>
          </a:ln>
        </p:spPr>
        <p:txBody>
          <a:bodyPr lIns="91440" rIns="91440" tIns="45720" bIns="45720" anchor="t" vert="eaVert">
            <a:noAutofit/>
          </a:bodyPr>
          <a:p>
            <a:pPr marL="171360" indent="-171360" defTabSz="685800">
              <a:lnSpc>
                <a:spcPct val="90000"/>
              </a:lnSpc>
              <a:spcBef>
                <a:spcPts val="751"/>
              </a:spcBef>
              <a:buClr>
                <a:srgbClr val="ffffff"/>
              </a:buClr>
              <a:buFont typeface="Arial"/>
              <a:buChar char="•"/>
            </a:pPr>
            <a:r>
              <a:rPr b="0" lang="en-US" sz="1650" strike="noStrike" u="none">
                <a:solidFill>
                  <a:schemeClr val="lt1"/>
                </a:solidFill>
                <a:effectLst/>
                <a:uFillTx/>
                <a:latin typeface="Century Gothic"/>
              </a:rPr>
              <a:t>Click to edit Master text styles</a:t>
            </a:r>
            <a:endParaRPr b="0" lang="en-US" sz="1650" strike="noStrike" u="none">
              <a:solidFill>
                <a:schemeClr val="lt1"/>
              </a:solidFill>
              <a:effectLst/>
              <a:uFillTx/>
              <a:latin typeface="Century Gothic"/>
            </a:endParaRPr>
          </a:p>
          <a:p>
            <a:pPr lvl="1" marL="514440" indent="-171360" defTabSz="685800">
              <a:lnSpc>
                <a:spcPct val="90000"/>
              </a:lnSpc>
              <a:spcBef>
                <a:spcPts val="374"/>
              </a:spcBef>
              <a:buClr>
                <a:srgbClr val="ffffff"/>
              </a:buClr>
              <a:buFont typeface="Arial"/>
              <a:buChar char="•"/>
            </a:pPr>
            <a:r>
              <a:rPr b="0" lang="en-US" sz="1500" strike="noStrike" u="none">
                <a:solidFill>
                  <a:schemeClr val="lt1"/>
                </a:solidFill>
                <a:effectLst/>
                <a:uFillTx/>
                <a:latin typeface="Century Gothic"/>
              </a:rPr>
              <a:t>Second level</a:t>
            </a:r>
            <a:endParaRPr b="0" lang="en-US" sz="1500" strike="noStrike" u="none">
              <a:solidFill>
                <a:schemeClr val="lt1"/>
              </a:solidFill>
              <a:effectLst/>
              <a:uFillTx/>
              <a:latin typeface="Century Gothic"/>
            </a:endParaRPr>
          </a:p>
          <a:p>
            <a:pPr lvl="2" marL="857160" indent="-171360" defTabSz="685800">
              <a:lnSpc>
                <a:spcPct val="90000"/>
              </a:lnSpc>
              <a:spcBef>
                <a:spcPts val="374"/>
              </a:spcBef>
              <a:buClr>
                <a:srgbClr val="ffffff"/>
              </a:buClr>
              <a:buFont typeface="Arial"/>
              <a:buChar char="•"/>
            </a:pPr>
            <a:r>
              <a:rPr b="0" lang="en-US" sz="1350" strike="noStrike" u="none">
                <a:solidFill>
                  <a:schemeClr val="lt1"/>
                </a:solidFill>
                <a:effectLst/>
                <a:uFillTx/>
                <a:latin typeface="Century Gothic"/>
              </a:rPr>
              <a:t>Third level</a:t>
            </a:r>
            <a:endParaRPr b="0" lang="en-US" sz="1350" strike="noStrike" u="none">
              <a:solidFill>
                <a:schemeClr val="lt1"/>
              </a:solidFill>
              <a:effectLst/>
              <a:uFillTx/>
              <a:latin typeface="Century Gothic"/>
            </a:endParaRPr>
          </a:p>
          <a:p>
            <a:pPr lvl="3" marL="120024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Fourth level</a:t>
            </a:r>
            <a:endParaRPr b="0" lang="en-US" sz="1200" strike="noStrike" u="none">
              <a:solidFill>
                <a:schemeClr val="lt1"/>
              </a:solidFill>
              <a:effectLst/>
              <a:uFillTx/>
              <a:latin typeface="Century Gothic"/>
            </a:endParaRPr>
          </a:p>
          <a:p>
            <a:pPr lvl="4" marL="154296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Fifth level</a:t>
            </a:r>
            <a:endParaRPr b="0" lang="en-US" sz="1200" strike="noStrike" u="none">
              <a:solidFill>
                <a:schemeClr val="lt1"/>
              </a:solidFill>
              <a:effectLst/>
              <a:uFillTx/>
              <a:latin typeface="Century Gothic"/>
            </a:endParaRPr>
          </a:p>
        </p:txBody>
      </p:sp>
      <p:sp>
        <p:nvSpPr>
          <p:cNvPr id="72" name="PlaceHolder 3"/>
          <p:cNvSpPr>
            <a:spLocks noGrp="1"/>
          </p:cNvSpPr>
          <p:nvPr>
            <p:ph type="dt" idx="25"/>
          </p:nvPr>
        </p:nvSpPr>
        <p:spPr>
          <a:xfrm>
            <a:off x="5860800" y="3081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73" name="PlaceHolder 4"/>
          <p:cNvSpPr>
            <a:spLocks noGrp="1"/>
          </p:cNvSpPr>
          <p:nvPr>
            <p:ph type="ftr" idx="26"/>
          </p:nvPr>
        </p:nvSpPr>
        <p:spPr>
          <a:xfrm>
            <a:off x="514440" y="308880"/>
            <a:ext cx="524340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74" name="PlaceHolder 5"/>
          <p:cNvSpPr>
            <a:spLocks noGrp="1"/>
          </p:cNvSpPr>
          <p:nvPr>
            <p:ph type="sldNum" idx="27"/>
          </p:nvPr>
        </p:nvSpPr>
        <p:spPr>
          <a:xfrm>
            <a:off x="8146800" y="308880"/>
            <a:ext cx="48240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571042B3-3DA0-4C94-B05E-F35F54E4F4B5}"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1_Title and Content">
    <p:bg>
      <p:bgPr>
        <a:solidFill>
          <a:srgbClr val="ffffff"/>
        </a:solidFill>
      </p:bgPr>
    </p:bg>
    <p:spTree>
      <p:nvGrpSpPr>
        <p:cNvPr id="1" name=""/>
        <p:cNvGrpSpPr/>
        <p:nvPr/>
      </p:nvGrpSpPr>
      <p:grpSpPr>
        <a:xfrm>
          <a:off x="0" y="0"/>
          <a:ext cx="0" cy="0"/>
          <a:chOff x="0" y="0"/>
          <a:chExt cx="0" cy="0"/>
        </a:xfrm>
      </p:grpSpPr>
      <p:pic>
        <p:nvPicPr>
          <p:cNvPr id="75" name="Picture 6" descr="C0-HD-TOP.png"/>
          <p:cNvPicPr/>
          <p:nvPr/>
        </p:nvPicPr>
        <p:blipFill>
          <a:blip r:embed="rId2"/>
          <a:stretch/>
        </p:blipFill>
        <p:spPr>
          <a:xfrm>
            <a:off x="0" y="0"/>
            <a:ext cx="9143640" cy="1168920"/>
          </a:xfrm>
          <a:prstGeom prst="rect">
            <a:avLst/>
          </a:prstGeom>
          <a:noFill/>
          <a:ln w="0">
            <a:noFill/>
          </a:ln>
        </p:spPr>
      </p:pic>
      <p:sp>
        <p:nvSpPr>
          <p:cNvPr id="76" name="PlaceHolder 1"/>
          <p:cNvSpPr>
            <a:spLocks noGrp="1"/>
          </p:cNvSpPr>
          <p:nvPr>
            <p:ph type="title"/>
          </p:nvPr>
        </p:nvSpPr>
        <p:spPr>
          <a:xfrm>
            <a:off x="457200" y="22212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trike="noStrike" u="none" cap="all">
                <a:solidFill>
                  <a:schemeClr val="dk1"/>
                </a:solidFill>
                <a:effectLst/>
                <a:uFillTx/>
                <a:latin typeface="Calibri"/>
              </a:rPr>
              <a:t>Click to edit Master title style</a:t>
            </a:r>
            <a:endParaRPr b="0" lang="en-US" sz="4400" strike="noStrike" u="none">
              <a:solidFill>
                <a:schemeClr val="lt1"/>
              </a:solidFill>
              <a:effectLst/>
              <a:uFillTx/>
              <a:latin typeface="Century Gothic"/>
            </a:endParaRPr>
          </a:p>
        </p:txBody>
      </p:sp>
      <p:sp>
        <p:nvSpPr>
          <p:cNvPr id="77" name="PlaceHolder 2"/>
          <p:cNvSpPr>
            <a:spLocks noGrp="1"/>
          </p:cNvSpPr>
          <p:nvPr>
            <p:ph type="body"/>
          </p:nvPr>
        </p:nvSpPr>
        <p:spPr>
          <a:xfrm>
            <a:off x="457200" y="1297080"/>
            <a:ext cx="8228880" cy="366984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lt1"/>
              </a:solidFill>
              <a:effectLst/>
              <a:uFillTx/>
              <a:latin typeface="Century Gothic"/>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lt1"/>
              </a:solidFill>
              <a:effectLst/>
              <a:uFillTx/>
              <a:latin typeface="Century Gothic"/>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lt1"/>
              </a:solidFill>
              <a:effectLst/>
              <a:uFillTx/>
              <a:latin typeface="Century Gothic"/>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lt1"/>
              </a:solidFill>
              <a:effectLst/>
              <a:uFillTx/>
              <a:latin typeface="Century Gothic"/>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lt1"/>
              </a:solidFill>
              <a:effectLst/>
              <a:uFillTx/>
              <a:latin typeface="Century Gothic"/>
            </a:endParaRPr>
          </a:p>
        </p:txBody>
      </p:sp>
      <p:sp>
        <p:nvSpPr>
          <p:cNvPr id="78" name="PlaceHolder 3"/>
          <p:cNvSpPr>
            <a:spLocks noGrp="1"/>
          </p:cNvSpPr>
          <p:nvPr>
            <p:ph type="dt" idx="28"/>
          </p:nvPr>
        </p:nvSpPr>
        <p:spPr>
          <a:xfrm>
            <a:off x="457200" y="5154480"/>
            <a:ext cx="2133000" cy="2955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IN" sz="1200" strike="noStrike" u="none">
              <a:solidFill>
                <a:srgbClr val="000000"/>
              </a:solidFill>
              <a:effectLst/>
              <a:uFillTx/>
              <a:latin typeface="Times New Roman"/>
            </a:endParaRPr>
          </a:p>
        </p:txBody>
      </p:sp>
      <p:sp>
        <p:nvSpPr>
          <p:cNvPr id="79" name="PlaceHolder 4"/>
          <p:cNvSpPr>
            <a:spLocks noGrp="1"/>
          </p:cNvSpPr>
          <p:nvPr>
            <p:ph type="ftr" idx="29"/>
          </p:nvPr>
        </p:nvSpPr>
        <p:spPr>
          <a:xfrm>
            <a:off x="3124080" y="5154480"/>
            <a:ext cx="2894760" cy="2955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IN" sz="1400" strike="noStrike" u="none">
                <a:solidFill>
                  <a:srgbClr val="000000"/>
                </a:solidFill>
                <a:effectLst/>
                <a:uFillTx/>
                <a:latin typeface="Times New Roman"/>
              </a:defRPr>
            </a:lvl1pPr>
          </a:lstStyle>
          <a:p>
            <a:pPr indent="0" algn="ctr" defTabSz="914400">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80" name="PlaceHolder 5"/>
          <p:cNvSpPr>
            <a:spLocks noGrp="1"/>
          </p:cNvSpPr>
          <p:nvPr>
            <p:ph type="sldNum" idx="30"/>
          </p:nvPr>
        </p:nvSpPr>
        <p:spPr>
          <a:xfrm>
            <a:off x="6553080" y="5154480"/>
            <a:ext cx="2133000" cy="2955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3CD97D4B-5EF3-4302-BD14-0554860A9707}" type="slidenum">
              <a:rPr b="0" lang="en-US" sz="1200" strike="noStrike" u="none">
                <a:solidFill>
                  <a:schemeClr val="dk1">
                    <a:tint val="75000"/>
                  </a:schemeClr>
                </a:solidFill>
                <a:effectLst/>
                <a:uFillTx/>
                <a:latin typeface="Calibri"/>
              </a:rPr>
              <a:t>&lt;number&gt;</a:t>
            </a:fld>
            <a:endParaRPr b="0" lang="en-IN"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Title and Content">
    <p:bg>
      <p:bgPr>
        <a:solidFill>
          <a:srgbClr val="ffffff"/>
        </a:solidFill>
      </p:bgPr>
    </p:bg>
    <p:spTree>
      <p:nvGrpSpPr>
        <p:cNvPr id="1" name=""/>
        <p:cNvGrpSpPr/>
        <p:nvPr/>
      </p:nvGrpSpPr>
      <p:grpSpPr>
        <a:xfrm>
          <a:off x="0" y="0"/>
          <a:ext cx="0" cy="0"/>
          <a:chOff x="0" y="0"/>
          <a:chExt cx="0" cy="0"/>
        </a:xfrm>
      </p:grpSpPr>
      <p:pic>
        <p:nvPicPr>
          <p:cNvPr id="81" name="Picture 6" descr="C0-HD-TOP.png"/>
          <p:cNvPicPr/>
          <p:nvPr/>
        </p:nvPicPr>
        <p:blipFill>
          <a:blip r:embed="rId2"/>
          <a:stretch/>
        </p:blipFill>
        <p:spPr>
          <a:xfrm>
            <a:off x="0" y="0"/>
            <a:ext cx="9143640" cy="1168920"/>
          </a:xfrm>
          <a:prstGeom prst="rect">
            <a:avLst/>
          </a:prstGeom>
          <a:noFill/>
          <a:ln w="0">
            <a:noFill/>
          </a:ln>
        </p:spPr>
      </p:pic>
      <p:sp>
        <p:nvSpPr>
          <p:cNvPr id="82" name="PlaceHolder 1"/>
          <p:cNvSpPr>
            <a:spLocks noGrp="1"/>
          </p:cNvSpPr>
          <p:nvPr>
            <p:ph type="title"/>
          </p:nvPr>
        </p:nvSpPr>
        <p:spPr>
          <a:xfrm>
            <a:off x="457200" y="22212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trike="noStrike" u="none" cap="all">
                <a:solidFill>
                  <a:schemeClr val="dk1"/>
                </a:solidFill>
                <a:effectLst/>
                <a:uFillTx/>
                <a:latin typeface="Calibri"/>
              </a:rPr>
              <a:t>Click to edit Master title style</a:t>
            </a:r>
            <a:endParaRPr b="0" lang="en-US" sz="4400" strike="noStrike" u="none">
              <a:solidFill>
                <a:schemeClr val="lt1"/>
              </a:solidFill>
              <a:effectLst/>
              <a:uFillTx/>
              <a:latin typeface="Century Gothic"/>
            </a:endParaRPr>
          </a:p>
        </p:txBody>
      </p:sp>
      <p:sp>
        <p:nvSpPr>
          <p:cNvPr id="83" name="PlaceHolder 2"/>
          <p:cNvSpPr>
            <a:spLocks noGrp="1"/>
          </p:cNvSpPr>
          <p:nvPr>
            <p:ph type="body"/>
          </p:nvPr>
        </p:nvSpPr>
        <p:spPr>
          <a:xfrm>
            <a:off x="457200" y="1297080"/>
            <a:ext cx="8228880" cy="366984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lt1"/>
              </a:solidFill>
              <a:effectLst/>
              <a:uFillTx/>
              <a:latin typeface="Century Gothic"/>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lt1"/>
              </a:solidFill>
              <a:effectLst/>
              <a:uFillTx/>
              <a:latin typeface="Century Gothic"/>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lt1"/>
              </a:solidFill>
              <a:effectLst/>
              <a:uFillTx/>
              <a:latin typeface="Century Gothic"/>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lt1"/>
              </a:solidFill>
              <a:effectLst/>
              <a:uFillTx/>
              <a:latin typeface="Century Gothic"/>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lt1"/>
              </a:solidFill>
              <a:effectLst/>
              <a:uFillTx/>
              <a:latin typeface="Century Gothic"/>
            </a:endParaRPr>
          </a:p>
        </p:txBody>
      </p:sp>
      <p:sp>
        <p:nvSpPr>
          <p:cNvPr id="84" name="PlaceHolder 3"/>
          <p:cNvSpPr>
            <a:spLocks noGrp="1"/>
          </p:cNvSpPr>
          <p:nvPr>
            <p:ph type="dt" idx="31"/>
          </p:nvPr>
        </p:nvSpPr>
        <p:spPr>
          <a:xfrm>
            <a:off x="457200" y="5154480"/>
            <a:ext cx="2133000" cy="2955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IN" sz="1200" strike="noStrike" u="none">
              <a:solidFill>
                <a:srgbClr val="000000"/>
              </a:solidFill>
              <a:effectLst/>
              <a:uFillTx/>
              <a:latin typeface="Times New Roman"/>
            </a:endParaRPr>
          </a:p>
        </p:txBody>
      </p:sp>
      <p:sp>
        <p:nvSpPr>
          <p:cNvPr id="85" name="PlaceHolder 4"/>
          <p:cNvSpPr>
            <a:spLocks noGrp="1"/>
          </p:cNvSpPr>
          <p:nvPr>
            <p:ph type="ftr" idx="32"/>
          </p:nvPr>
        </p:nvSpPr>
        <p:spPr>
          <a:xfrm>
            <a:off x="3124080" y="5154480"/>
            <a:ext cx="2894760" cy="2955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IN" sz="1400" strike="noStrike" u="none">
                <a:solidFill>
                  <a:srgbClr val="000000"/>
                </a:solidFill>
                <a:effectLst/>
                <a:uFillTx/>
                <a:latin typeface="Times New Roman"/>
              </a:defRPr>
            </a:lvl1pPr>
          </a:lstStyle>
          <a:p>
            <a:pPr indent="0" algn="ctr" defTabSz="914400">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86" name="PlaceHolder 5"/>
          <p:cNvSpPr>
            <a:spLocks noGrp="1"/>
          </p:cNvSpPr>
          <p:nvPr>
            <p:ph type="sldNum" idx="33"/>
          </p:nvPr>
        </p:nvSpPr>
        <p:spPr>
          <a:xfrm>
            <a:off x="6553080" y="5154480"/>
            <a:ext cx="2133000" cy="2955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1138A96E-701E-4E49-BB5C-41681AEE4BBA}" type="slidenum">
              <a:rPr b="0" lang="en-US" sz="1200" strike="noStrike" u="none">
                <a:solidFill>
                  <a:schemeClr val="dk1">
                    <a:tint val="75000"/>
                  </a:schemeClr>
                </a:solidFill>
                <a:effectLst/>
                <a:uFillTx/>
                <a:latin typeface="Calibri"/>
              </a:rPr>
              <a:t>&lt;number&gt;</a:t>
            </a:fld>
            <a:endParaRPr b="0" lang="en-IN" sz="1200" strike="noStrike" u="non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000000"/>
        </a:solidFill>
      </p:bgPr>
    </p:bg>
    <p:spTree>
      <p:nvGrpSpPr>
        <p:cNvPr id="1" name=""/>
        <p:cNvGrpSpPr/>
        <p:nvPr/>
      </p:nvGrpSpPr>
      <p:grpSpPr>
        <a:xfrm>
          <a:off x="0" y="0"/>
          <a:ext cx="0" cy="0"/>
          <a:chOff x="0" y="0"/>
          <a:chExt cx="0" cy="0"/>
        </a:xfrm>
      </p:grpSpPr>
      <p:pic>
        <p:nvPicPr>
          <p:cNvPr id="87" name="Picture 6" descr="C0-HD-TOP.png"/>
          <p:cNvPicPr/>
          <p:nvPr/>
        </p:nvPicPr>
        <p:blipFill>
          <a:blip r:embed="rId2"/>
          <a:stretch/>
        </p:blipFill>
        <p:spPr>
          <a:xfrm>
            <a:off x="0" y="0"/>
            <a:ext cx="9143640" cy="1168920"/>
          </a:xfrm>
          <a:prstGeom prst="rect">
            <a:avLst/>
          </a:prstGeom>
          <a:noFill/>
          <a:ln w="0">
            <a:noFill/>
          </a:ln>
        </p:spPr>
      </p:pic>
      <p:sp>
        <p:nvSpPr>
          <p:cNvPr id="88" name="PlaceHolder 1"/>
          <p:cNvSpPr>
            <a:spLocks noGrp="1"/>
          </p:cNvSpPr>
          <p:nvPr>
            <p:ph type="title"/>
          </p:nvPr>
        </p:nvSpPr>
        <p:spPr>
          <a:xfrm>
            <a:off x="2171880" y="619920"/>
            <a:ext cx="6457680" cy="1048320"/>
          </a:xfrm>
          <a:prstGeom prst="rect">
            <a:avLst/>
          </a:prstGeom>
          <a:noFill/>
          <a:ln w="0">
            <a:noFill/>
          </a:ln>
        </p:spPr>
        <p:txBody>
          <a:bodyPr lIns="91440" rIns="91440" tIns="45720" bIns="45720" anchor="ctr">
            <a:noAutofit/>
          </a:bodyPr>
          <a:p>
            <a:pPr indent="0" algn="r"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89" name="PlaceHolder 2"/>
          <p:cNvSpPr>
            <a:spLocks noGrp="1"/>
          </p:cNvSpPr>
          <p:nvPr>
            <p:ph type="body"/>
          </p:nvPr>
        </p:nvSpPr>
        <p:spPr>
          <a:xfrm>
            <a:off x="514440" y="1780200"/>
            <a:ext cx="8115120" cy="326376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ffffff"/>
              </a:buClr>
              <a:buFont typeface="Arial"/>
              <a:buChar char="•"/>
            </a:pPr>
            <a:r>
              <a:rPr b="0" lang="en-US" sz="1650" strike="noStrike" u="none">
                <a:solidFill>
                  <a:schemeClr val="lt1"/>
                </a:solidFill>
                <a:effectLst/>
                <a:uFillTx/>
                <a:latin typeface="Century Gothic"/>
              </a:rPr>
              <a:t>Click to edit Master text styles</a:t>
            </a:r>
            <a:endParaRPr b="0" lang="en-US" sz="1650" strike="noStrike" u="none">
              <a:solidFill>
                <a:schemeClr val="lt1"/>
              </a:solidFill>
              <a:effectLst/>
              <a:uFillTx/>
              <a:latin typeface="Century Gothic"/>
            </a:endParaRPr>
          </a:p>
          <a:p>
            <a:pPr lvl="1" marL="514440" indent="-171360" defTabSz="685800">
              <a:lnSpc>
                <a:spcPct val="90000"/>
              </a:lnSpc>
              <a:spcBef>
                <a:spcPts val="374"/>
              </a:spcBef>
              <a:buClr>
                <a:srgbClr val="ffffff"/>
              </a:buClr>
              <a:buFont typeface="Arial"/>
              <a:buChar char="•"/>
            </a:pPr>
            <a:r>
              <a:rPr b="0" lang="en-US" sz="1500" strike="noStrike" u="none">
                <a:solidFill>
                  <a:schemeClr val="lt1"/>
                </a:solidFill>
                <a:effectLst/>
                <a:uFillTx/>
                <a:latin typeface="Century Gothic"/>
              </a:rPr>
              <a:t>Second level</a:t>
            </a:r>
            <a:endParaRPr b="0" lang="en-US" sz="1500" strike="noStrike" u="none">
              <a:solidFill>
                <a:schemeClr val="lt1"/>
              </a:solidFill>
              <a:effectLst/>
              <a:uFillTx/>
              <a:latin typeface="Century Gothic"/>
            </a:endParaRPr>
          </a:p>
          <a:p>
            <a:pPr lvl="2" marL="857160" indent="-171360" defTabSz="685800">
              <a:lnSpc>
                <a:spcPct val="90000"/>
              </a:lnSpc>
              <a:spcBef>
                <a:spcPts val="374"/>
              </a:spcBef>
              <a:buClr>
                <a:srgbClr val="ffffff"/>
              </a:buClr>
              <a:buFont typeface="Arial"/>
              <a:buChar char="•"/>
            </a:pPr>
            <a:r>
              <a:rPr b="0" lang="en-US" sz="1350" strike="noStrike" u="none">
                <a:solidFill>
                  <a:schemeClr val="lt1"/>
                </a:solidFill>
                <a:effectLst/>
                <a:uFillTx/>
                <a:latin typeface="Century Gothic"/>
              </a:rPr>
              <a:t>Third level</a:t>
            </a:r>
            <a:endParaRPr b="0" lang="en-US" sz="1350" strike="noStrike" u="none">
              <a:solidFill>
                <a:schemeClr val="lt1"/>
              </a:solidFill>
              <a:effectLst/>
              <a:uFillTx/>
              <a:latin typeface="Century Gothic"/>
            </a:endParaRPr>
          </a:p>
          <a:p>
            <a:pPr lvl="3" marL="120024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Fourth level</a:t>
            </a:r>
            <a:endParaRPr b="0" lang="en-US" sz="1200" strike="noStrike" u="none">
              <a:solidFill>
                <a:schemeClr val="lt1"/>
              </a:solidFill>
              <a:effectLst/>
              <a:uFillTx/>
              <a:latin typeface="Century Gothic"/>
            </a:endParaRPr>
          </a:p>
          <a:p>
            <a:pPr lvl="4" marL="154296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Fifth level</a:t>
            </a:r>
            <a:endParaRPr b="0" lang="en-US" sz="1200" strike="noStrike" u="none">
              <a:solidFill>
                <a:schemeClr val="lt1"/>
              </a:solidFill>
              <a:effectLst/>
              <a:uFillTx/>
              <a:latin typeface="Century Gothic"/>
            </a:endParaRPr>
          </a:p>
        </p:txBody>
      </p:sp>
      <p:sp>
        <p:nvSpPr>
          <p:cNvPr id="90" name="PlaceHolder 3"/>
          <p:cNvSpPr>
            <a:spLocks noGrp="1"/>
          </p:cNvSpPr>
          <p:nvPr>
            <p:ph type="dt" idx="34"/>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91" name="PlaceHolder 4"/>
          <p:cNvSpPr>
            <a:spLocks noGrp="1"/>
          </p:cNvSpPr>
          <p:nvPr>
            <p:ph type="ftr" idx="35"/>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92" name="PlaceHolder 5"/>
          <p:cNvSpPr>
            <a:spLocks noGrp="1"/>
          </p:cNvSpPr>
          <p:nvPr>
            <p:ph type="sldNum" idx="36"/>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96E6FCCF-217E-475F-9E87-02AFAC371FE4}"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000000"/>
        </a:solidFill>
      </p:bgPr>
    </p:bg>
    <p:spTree>
      <p:nvGrpSpPr>
        <p:cNvPr id="1" name=""/>
        <p:cNvGrpSpPr/>
        <p:nvPr/>
      </p:nvGrpSpPr>
      <p:grpSpPr>
        <a:xfrm>
          <a:off x="0" y="0"/>
          <a:ext cx="0" cy="0"/>
          <a:chOff x="0" y="0"/>
          <a:chExt cx="0" cy="0"/>
        </a:xfrm>
      </p:grpSpPr>
      <p:pic>
        <p:nvPicPr>
          <p:cNvPr id="93" name="Picture 6" descr="C0-HD-TOP.png"/>
          <p:cNvPicPr/>
          <p:nvPr/>
        </p:nvPicPr>
        <p:blipFill>
          <a:blip r:embed="rId2"/>
          <a:stretch/>
        </p:blipFill>
        <p:spPr>
          <a:xfrm>
            <a:off x="0" y="0"/>
            <a:ext cx="9143640" cy="1168920"/>
          </a:xfrm>
          <a:prstGeom prst="rect">
            <a:avLst/>
          </a:prstGeom>
          <a:noFill/>
          <a:ln w="0">
            <a:noFill/>
          </a:ln>
        </p:spPr>
      </p:pic>
      <p:pic>
        <p:nvPicPr>
          <p:cNvPr id="94" name="Picture 8" descr="C0-HD-BTM.png"/>
          <p:cNvPicPr/>
          <p:nvPr/>
        </p:nvPicPr>
        <p:blipFill>
          <a:blip r:embed="rId3"/>
          <a:stretch/>
        </p:blipFill>
        <p:spPr>
          <a:xfrm>
            <a:off x="0" y="3548880"/>
            <a:ext cx="9143640" cy="2013480"/>
          </a:xfrm>
          <a:prstGeom prst="rect">
            <a:avLst/>
          </a:prstGeom>
          <a:noFill/>
          <a:ln w="0">
            <a:noFill/>
          </a:ln>
        </p:spPr>
      </p:pic>
      <p:sp>
        <p:nvSpPr>
          <p:cNvPr id="95" name="PlaceHolder 1"/>
          <p:cNvSpPr>
            <a:spLocks noGrp="1"/>
          </p:cNvSpPr>
          <p:nvPr>
            <p:ph type="title"/>
          </p:nvPr>
        </p:nvSpPr>
        <p:spPr>
          <a:xfrm>
            <a:off x="514440" y="611280"/>
            <a:ext cx="8114760" cy="2272320"/>
          </a:xfrm>
          <a:prstGeom prst="rect">
            <a:avLst/>
          </a:prstGeom>
          <a:noFill/>
          <a:ln w="0">
            <a:noFill/>
          </a:ln>
        </p:spPr>
        <p:txBody>
          <a:bodyPr lIns="91440" rIns="91440" tIns="45720" bIns="45720" anchor="b">
            <a:normAutofit/>
          </a:bodyPr>
          <a:p>
            <a:pPr indent="0" algn="r"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96" name="PlaceHolder 2"/>
          <p:cNvSpPr>
            <a:spLocks noGrp="1"/>
          </p:cNvSpPr>
          <p:nvPr>
            <p:ph type="body"/>
          </p:nvPr>
        </p:nvSpPr>
        <p:spPr>
          <a:xfrm>
            <a:off x="768240" y="2953800"/>
            <a:ext cx="7867440" cy="774720"/>
          </a:xfrm>
          <a:prstGeom prst="rect">
            <a:avLst/>
          </a:prstGeom>
          <a:noFill/>
          <a:ln w="0">
            <a:noFill/>
          </a:ln>
        </p:spPr>
        <p:txBody>
          <a:bodyPr lIns="91440" rIns="91440" tIns="45720" bIns="45720" anchor="t">
            <a:normAutofit/>
          </a:bodyPr>
          <a:p>
            <a:pPr indent="0" algn="r" defTabSz="685800">
              <a:lnSpc>
                <a:spcPct val="90000"/>
              </a:lnSpc>
              <a:spcBef>
                <a:spcPts val="751"/>
              </a:spcBef>
              <a:buNone/>
              <a:tabLst>
                <a:tab algn="l" pos="0"/>
              </a:tabLst>
            </a:pPr>
            <a:r>
              <a:rPr b="0" lang="en-US" sz="1650" strike="noStrike" u="none">
                <a:solidFill>
                  <a:schemeClr val="lt1">
                    <a:tint val="75000"/>
                  </a:schemeClr>
                </a:solidFill>
                <a:effectLst/>
                <a:uFillTx/>
                <a:latin typeface="Century Gothic"/>
              </a:rPr>
              <a:t>Click to edit Master text styles</a:t>
            </a:r>
            <a:endParaRPr b="0" lang="en-US" sz="1650" strike="noStrike" u="none">
              <a:solidFill>
                <a:schemeClr val="lt1"/>
              </a:solidFill>
              <a:effectLst/>
              <a:uFillTx/>
              <a:latin typeface="Century Gothic"/>
            </a:endParaRPr>
          </a:p>
        </p:txBody>
      </p:sp>
      <p:sp>
        <p:nvSpPr>
          <p:cNvPr id="97" name="PlaceHolder 3"/>
          <p:cNvSpPr>
            <a:spLocks noGrp="1"/>
          </p:cNvSpPr>
          <p:nvPr>
            <p:ph type="dt" idx="37"/>
          </p:nvPr>
        </p:nvSpPr>
        <p:spPr>
          <a:xfrm>
            <a:off x="5860800" y="30888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98" name="PlaceHolder 4"/>
          <p:cNvSpPr>
            <a:spLocks noGrp="1"/>
          </p:cNvSpPr>
          <p:nvPr>
            <p:ph type="ftr" idx="38"/>
          </p:nvPr>
        </p:nvSpPr>
        <p:spPr>
          <a:xfrm>
            <a:off x="514440" y="308880"/>
            <a:ext cx="5243400" cy="29484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99" name="PlaceHolder 5"/>
          <p:cNvSpPr>
            <a:spLocks noGrp="1"/>
          </p:cNvSpPr>
          <p:nvPr>
            <p:ph type="sldNum" idx="39"/>
          </p:nvPr>
        </p:nvSpPr>
        <p:spPr>
          <a:xfrm>
            <a:off x="8146800" y="308880"/>
            <a:ext cx="48240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DBCEB042-5401-4F8C-BACD-10C3730242E5}"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000000"/>
        </a:solidFill>
      </p:bgPr>
    </p:bg>
    <p:spTree>
      <p:nvGrpSpPr>
        <p:cNvPr id="1" name=""/>
        <p:cNvGrpSpPr/>
        <p:nvPr/>
      </p:nvGrpSpPr>
      <p:grpSpPr>
        <a:xfrm>
          <a:off x="0" y="0"/>
          <a:ext cx="0" cy="0"/>
          <a:chOff x="0" y="0"/>
          <a:chExt cx="0" cy="0"/>
        </a:xfrm>
      </p:grpSpPr>
      <p:pic>
        <p:nvPicPr>
          <p:cNvPr id="100" name="Picture 6" descr="C0-HD-TOP.png"/>
          <p:cNvPicPr/>
          <p:nvPr/>
        </p:nvPicPr>
        <p:blipFill>
          <a:blip r:embed="rId2"/>
          <a:stretch/>
        </p:blipFill>
        <p:spPr>
          <a:xfrm>
            <a:off x="0" y="0"/>
            <a:ext cx="9143640" cy="1168920"/>
          </a:xfrm>
          <a:prstGeom prst="rect">
            <a:avLst/>
          </a:prstGeom>
          <a:noFill/>
          <a:ln w="0">
            <a:noFill/>
          </a:ln>
        </p:spPr>
      </p:pic>
      <p:sp>
        <p:nvSpPr>
          <p:cNvPr id="101" name="PlaceHolder 1"/>
          <p:cNvSpPr>
            <a:spLocks noGrp="1"/>
          </p:cNvSpPr>
          <p:nvPr>
            <p:ph type="title"/>
          </p:nvPr>
        </p:nvSpPr>
        <p:spPr>
          <a:xfrm>
            <a:off x="2171880" y="619920"/>
            <a:ext cx="6457680" cy="1048320"/>
          </a:xfrm>
          <a:prstGeom prst="rect">
            <a:avLst/>
          </a:prstGeom>
          <a:noFill/>
          <a:ln w="0">
            <a:noFill/>
          </a:ln>
        </p:spPr>
        <p:txBody>
          <a:bodyPr lIns="91440" rIns="91440" tIns="45720" bIns="45720" anchor="ctr">
            <a:noAutofit/>
          </a:bodyPr>
          <a:p>
            <a:pPr indent="0" algn="r"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102" name="PlaceHolder 2"/>
          <p:cNvSpPr>
            <a:spLocks noGrp="1"/>
          </p:cNvSpPr>
          <p:nvPr>
            <p:ph type="body"/>
          </p:nvPr>
        </p:nvSpPr>
        <p:spPr>
          <a:xfrm>
            <a:off x="514440" y="1780200"/>
            <a:ext cx="4000320" cy="326376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ffffff"/>
              </a:buClr>
              <a:buFont typeface="Arial"/>
              <a:buChar char="•"/>
            </a:pPr>
            <a:r>
              <a:rPr b="0" lang="en-US" sz="1650" strike="noStrike" u="none">
                <a:solidFill>
                  <a:schemeClr val="lt1"/>
                </a:solidFill>
                <a:effectLst/>
                <a:uFillTx/>
                <a:latin typeface="Century Gothic"/>
              </a:rPr>
              <a:t>Click to edit Master text styles</a:t>
            </a:r>
            <a:endParaRPr b="0" lang="en-US" sz="1650" strike="noStrike" u="none">
              <a:solidFill>
                <a:schemeClr val="lt1"/>
              </a:solidFill>
              <a:effectLst/>
              <a:uFillTx/>
              <a:latin typeface="Century Gothic"/>
            </a:endParaRPr>
          </a:p>
          <a:p>
            <a:pPr lvl="1" marL="514440" indent="-171360" defTabSz="685800">
              <a:lnSpc>
                <a:spcPct val="90000"/>
              </a:lnSpc>
              <a:spcBef>
                <a:spcPts val="374"/>
              </a:spcBef>
              <a:buClr>
                <a:srgbClr val="ffffff"/>
              </a:buClr>
              <a:buFont typeface="Arial"/>
              <a:buChar char="•"/>
            </a:pPr>
            <a:r>
              <a:rPr b="0" lang="en-US" sz="1500" strike="noStrike" u="none">
                <a:solidFill>
                  <a:schemeClr val="lt1"/>
                </a:solidFill>
                <a:effectLst/>
                <a:uFillTx/>
                <a:latin typeface="Century Gothic"/>
              </a:rPr>
              <a:t>Second level</a:t>
            </a:r>
            <a:endParaRPr b="0" lang="en-US" sz="1500" strike="noStrike" u="none">
              <a:solidFill>
                <a:schemeClr val="lt1"/>
              </a:solidFill>
              <a:effectLst/>
              <a:uFillTx/>
              <a:latin typeface="Century Gothic"/>
            </a:endParaRPr>
          </a:p>
          <a:p>
            <a:pPr lvl="2" marL="857160" indent="-171360" defTabSz="685800">
              <a:lnSpc>
                <a:spcPct val="90000"/>
              </a:lnSpc>
              <a:spcBef>
                <a:spcPts val="374"/>
              </a:spcBef>
              <a:buClr>
                <a:srgbClr val="ffffff"/>
              </a:buClr>
              <a:buFont typeface="Arial"/>
              <a:buChar char="•"/>
            </a:pPr>
            <a:r>
              <a:rPr b="0" lang="en-US" sz="1350" strike="noStrike" u="none">
                <a:solidFill>
                  <a:schemeClr val="lt1"/>
                </a:solidFill>
                <a:effectLst/>
                <a:uFillTx/>
                <a:latin typeface="Century Gothic"/>
              </a:rPr>
              <a:t>Third level</a:t>
            </a:r>
            <a:endParaRPr b="0" lang="en-US" sz="1350" strike="noStrike" u="none">
              <a:solidFill>
                <a:schemeClr val="lt1"/>
              </a:solidFill>
              <a:effectLst/>
              <a:uFillTx/>
              <a:latin typeface="Century Gothic"/>
            </a:endParaRPr>
          </a:p>
          <a:p>
            <a:pPr lvl="3" marL="120024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Fourth level</a:t>
            </a:r>
            <a:endParaRPr b="0" lang="en-US" sz="1200" strike="noStrike" u="none">
              <a:solidFill>
                <a:schemeClr val="lt1"/>
              </a:solidFill>
              <a:effectLst/>
              <a:uFillTx/>
              <a:latin typeface="Century Gothic"/>
            </a:endParaRPr>
          </a:p>
          <a:p>
            <a:pPr lvl="4" marL="154296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Fifth level</a:t>
            </a:r>
            <a:endParaRPr b="0" lang="en-US" sz="1200" strike="noStrike" u="none">
              <a:solidFill>
                <a:schemeClr val="lt1"/>
              </a:solidFill>
              <a:effectLst/>
              <a:uFillTx/>
              <a:latin typeface="Century Gothic"/>
            </a:endParaRPr>
          </a:p>
        </p:txBody>
      </p:sp>
      <p:sp>
        <p:nvSpPr>
          <p:cNvPr id="103" name="PlaceHolder 3"/>
          <p:cNvSpPr>
            <a:spLocks noGrp="1"/>
          </p:cNvSpPr>
          <p:nvPr>
            <p:ph type="body"/>
          </p:nvPr>
        </p:nvSpPr>
        <p:spPr>
          <a:xfrm>
            <a:off x="4629240" y="1780200"/>
            <a:ext cx="4000320" cy="326376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ffffff"/>
              </a:buClr>
              <a:buFont typeface="Arial"/>
              <a:buChar char="•"/>
            </a:pPr>
            <a:r>
              <a:rPr b="0" lang="en-US" sz="1650" strike="noStrike" u="none">
                <a:solidFill>
                  <a:schemeClr val="lt1"/>
                </a:solidFill>
                <a:effectLst/>
                <a:uFillTx/>
                <a:latin typeface="Century Gothic"/>
              </a:rPr>
              <a:t>Click to edit Master text styles</a:t>
            </a:r>
            <a:endParaRPr b="0" lang="en-US" sz="1650" strike="noStrike" u="none">
              <a:solidFill>
                <a:schemeClr val="lt1"/>
              </a:solidFill>
              <a:effectLst/>
              <a:uFillTx/>
              <a:latin typeface="Century Gothic"/>
            </a:endParaRPr>
          </a:p>
          <a:p>
            <a:pPr lvl="1" marL="514440" indent="-171360" defTabSz="685800">
              <a:lnSpc>
                <a:spcPct val="90000"/>
              </a:lnSpc>
              <a:spcBef>
                <a:spcPts val="374"/>
              </a:spcBef>
              <a:buClr>
                <a:srgbClr val="ffffff"/>
              </a:buClr>
              <a:buFont typeface="Arial"/>
              <a:buChar char="•"/>
            </a:pPr>
            <a:r>
              <a:rPr b="0" lang="en-US" sz="1500" strike="noStrike" u="none">
                <a:solidFill>
                  <a:schemeClr val="lt1"/>
                </a:solidFill>
                <a:effectLst/>
                <a:uFillTx/>
                <a:latin typeface="Century Gothic"/>
              </a:rPr>
              <a:t>Second level</a:t>
            </a:r>
            <a:endParaRPr b="0" lang="en-US" sz="1500" strike="noStrike" u="none">
              <a:solidFill>
                <a:schemeClr val="lt1"/>
              </a:solidFill>
              <a:effectLst/>
              <a:uFillTx/>
              <a:latin typeface="Century Gothic"/>
            </a:endParaRPr>
          </a:p>
          <a:p>
            <a:pPr lvl="2" marL="857160" indent="-171360" defTabSz="685800">
              <a:lnSpc>
                <a:spcPct val="90000"/>
              </a:lnSpc>
              <a:spcBef>
                <a:spcPts val="374"/>
              </a:spcBef>
              <a:buClr>
                <a:srgbClr val="ffffff"/>
              </a:buClr>
              <a:buFont typeface="Arial"/>
              <a:buChar char="•"/>
            </a:pPr>
            <a:r>
              <a:rPr b="0" lang="en-US" sz="1350" strike="noStrike" u="none">
                <a:solidFill>
                  <a:schemeClr val="lt1"/>
                </a:solidFill>
                <a:effectLst/>
                <a:uFillTx/>
                <a:latin typeface="Century Gothic"/>
              </a:rPr>
              <a:t>Third level</a:t>
            </a:r>
            <a:endParaRPr b="0" lang="en-US" sz="1350" strike="noStrike" u="none">
              <a:solidFill>
                <a:schemeClr val="lt1"/>
              </a:solidFill>
              <a:effectLst/>
              <a:uFillTx/>
              <a:latin typeface="Century Gothic"/>
            </a:endParaRPr>
          </a:p>
          <a:p>
            <a:pPr lvl="3" marL="120024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Fourth level</a:t>
            </a:r>
            <a:endParaRPr b="0" lang="en-US" sz="1200" strike="noStrike" u="none">
              <a:solidFill>
                <a:schemeClr val="lt1"/>
              </a:solidFill>
              <a:effectLst/>
              <a:uFillTx/>
              <a:latin typeface="Century Gothic"/>
            </a:endParaRPr>
          </a:p>
          <a:p>
            <a:pPr lvl="4" marL="154296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Fifth level</a:t>
            </a:r>
            <a:endParaRPr b="0" lang="en-US" sz="1200" strike="noStrike" u="none">
              <a:solidFill>
                <a:schemeClr val="lt1"/>
              </a:solidFill>
              <a:effectLst/>
              <a:uFillTx/>
              <a:latin typeface="Century Gothic"/>
            </a:endParaRPr>
          </a:p>
        </p:txBody>
      </p:sp>
      <p:sp>
        <p:nvSpPr>
          <p:cNvPr id="104" name="PlaceHolder 4"/>
          <p:cNvSpPr>
            <a:spLocks noGrp="1"/>
          </p:cNvSpPr>
          <p:nvPr>
            <p:ph type="dt" idx="40"/>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105" name="PlaceHolder 5"/>
          <p:cNvSpPr>
            <a:spLocks noGrp="1"/>
          </p:cNvSpPr>
          <p:nvPr>
            <p:ph type="ftr" idx="41"/>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06" name="PlaceHolder 6"/>
          <p:cNvSpPr>
            <a:spLocks noGrp="1"/>
          </p:cNvSpPr>
          <p:nvPr>
            <p:ph type="sldNum" idx="42"/>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6311D794-6008-4161-8A8A-846DA23A257B}"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000000"/>
        </a:solidFill>
      </p:bgPr>
    </p:bg>
    <p:spTree>
      <p:nvGrpSpPr>
        <p:cNvPr id="1" name=""/>
        <p:cNvGrpSpPr/>
        <p:nvPr/>
      </p:nvGrpSpPr>
      <p:grpSpPr>
        <a:xfrm>
          <a:off x="0" y="0"/>
          <a:ext cx="0" cy="0"/>
          <a:chOff x="0" y="0"/>
          <a:chExt cx="0" cy="0"/>
        </a:xfrm>
      </p:grpSpPr>
      <p:pic>
        <p:nvPicPr>
          <p:cNvPr id="107" name="Picture 6" descr="C0-HD-TOP.png"/>
          <p:cNvPicPr/>
          <p:nvPr/>
        </p:nvPicPr>
        <p:blipFill>
          <a:blip r:embed="rId2"/>
          <a:stretch/>
        </p:blipFill>
        <p:spPr>
          <a:xfrm>
            <a:off x="0" y="0"/>
            <a:ext cx="9143640" cy="1168920"/>
          </a:xfrm>
          <a:prstGeom prst="rect">
            <a:avLst/>
          </a:prstGeom>
          <a:noFill/>
          <a:ln w="0">
            <a:noFill/>
          </a:ln>
        </p:spPr>
      </p:pic>
      <p:sp>
        <p:nvSpPr>
          <p:cNvPr id="108" name="PlaceHolder 1"/>
          <p:cNvSpPr>
            <a:spLocks noGrp="1"/>
          </p:cNvSpPr>
          <p:nvPr>
            <p:ph type="title"/>
          </p:nvPr>
        </p:nvSpPr>
        <p:spPr>
          <a:xfrm>
            <a:off x="2171880" y="618120"/>
            <a:ext cx="6457680" cy="1050480"/>
          </a:xfrm>
          <a:prstGeom prst="rect">
            <a:avLst/>
          </a:prstGeom>
          <a:noFill/>
          <a:ln w="0">
            <a:noFill/>
          </a:ln>
        </p:spPr>
        <p:txBody>
          <a:bodyPr lIns="91440" rIns="91440" tIns="45720" bIns="45720" anchor="ctr">
            <a:noAutofit/>
          </a:bodyPr>
          <a:p>
            <a:pPr indent="0" algn="r"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109" name="PlaceHolder 2"/>
          <p:cNvSpPr>
            <a:spLocks noGrp="1"/>
          </p:cNvSpPr>
          <p:nvPr>
            <p:ph type="body"/>
          </p:nvPr>
        </p:nvSpPr>
        <p:spPr>
          <a:xfrm>
            <a:off x="685800" y="1771200"/>
            <a:ext cx="3809520" cy="667800"/>
          </a:xfrm>
          <a:prstGeom prst="rect">
            <a:avLst/>
          </a:prstGeom>
          <a:noFill/>
          <a:ln w="0">
            <a:noFill/>
          </a:ln>
        </p:spPr>
        <p:txBody>
          <a:bodyPr lIns="91440" rIns="91440" tIns="45720" bIns="45720" anchor="b">
            <a:normAutofit/>
          </a:bodyPr>
          <a:p>
            <a:pPr indent="0" defTabSz="685800">
              <a:lnSpc>
                <a:spcPct val="90000"/>
              </a:lnSpc>
              <a:spcBef>
                <a:spcPts val="751"/>
              </a:spcBef>
              <a:buNone/>
              <a:tabLst>
                <a:tab algn="l" pos="0"/>
              </a:tabLst>
            </a:pPr>
            <a:r>
              <a:rPr b="0" lang="en-US" sz="2100" strike="noStrike" u="none">
                <a:solidFill>
                  <a:schemeClr val="lt1"/>
                </a:solidFill>
                <a:effectLst/>
                <a:uFillTx/>
                <a:latin typeface="Century Gothic"/>
              </a:rPr>
              <a:t>Click to edit Master text styles</a:t>
            </a:r>
            <a:endParaRPr b="0" lang="en-US" sz="2100" strike="noStrike" u="none">
              <a:solidFill>
                <a:schemeClr val="lt1"/>
              </a:solidFill>
              <a:effectLst/>
              <a:uFillTx/>
              <a:latin typeface="Century Gothic"/>
            </a:endParaRPr>
          </a:p>
        </p:txBody>
      </p:sp>
      <p:sp>
        <p:nvSpPr>
          <p:cNvPr id="110" name="PlaceHolder 3"/>
          <p:cNvSpPr>
            <a:spLocks noGrp="1"/>
          </p:cNvSpPr>
          <p:nvPr>
            <p:ph type="body"/>
          </p:nvPr>
        </p:nvSpPr>
        <p:spPr>
          <a:xfrm>
            <a:off x="514440" y="2540880"/>
            <a:ext cx="3983400" cy="250272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ffffff"/>
              </a:buClr>
              <a:buFont typeface="Arial"/>
              <a:buChar char="•"/>
            </a:pPr>
            <a:r>
              <a:rPr b="0" lang="en-US" sz="1650" strike="noStrike" u="none">
                <a:solidFill>
                  <a:schemeClr val="lt1"/>
                </a:solidFill>
                <a:effectLst/>
                <a:uFillTx/>
                <a:latin typeface="Century Gothic"/>
              </a:rPr>
              <a:t>Click to edit Master text styles</a:t>
            </a:r>
            <a:endParaRPr b="0" lang="en-US" sz="1650" strike="noStrike" u="none">
              <a:solidFill>
                <a:schemeClr val="lt1"/>
              </a:solidFill>
              <a:effectLst/>
              <a:uFillTx/>
              <a:latin typeface="Century Gothic"/>
            </a:endParaRPr>
          </a:p>
          <a:p>
            <a:pPr lvl="1" marL="514440" indent="-171360" defTabSz="685800">
              <a:lnSpc>
                <a:spcPct val="90000"/>
              </a:lnSpc>
              <a:spcBef>
                <a:spcPts val="374"/>
              </a:spcBef>
              <a:buClr>
                <a:srgbClr val="ffffff"/>
              </a:buClr>
              <a:buFont typeface="Arial"/>
              <a:buChar char="•"/>
            </a:pPr>
            <a:r>
              <a:rPr b="0" lang="en-US" sz="1500" strike="noStrike" u="none">
                <a:solidFill>
                  <a:schemeClr val="lt1"/>
                </a:solidFill>
                <a:effectLst/>
                <a:uFillTx/>
                <a:latin typeface="Century Gothic"/>
              </a:rPr>
              <a:t>Second level</a:t>
            </a:r>
            <a:endParaRPr b="0" lang="en-US" sz="1500" strike="noStrike" u="none">
              <a:solidFill>
                <a:schemeClr val="lt1"/>
              </a:solidFill>
              <a:effectLst/>
              <a:uFillTx/>
              <a:latin typeface="Century Gothic"/>
            </a:endParaRPr>
          </a:p>
          <a:p>
            <a:pPr lvl="2" marL="857160" indent="-171360" defTabSz="685800">
              <a:lnSpc>
                <a:spcPct val="90000"/>
              </a:lnSpc>
              <a:spcBef>
                <a:spcPts val="374"/>
              </a:spcBef>
              <a:buClr>
                <a:srgbClr val="ffffff"/>
              </a:buClr>
              <a:buFont typeface="Arial"/>
              <a:buChar char="•"/>
            </a:pPr>
            <a:r>
              <a:rPr b="0" lang="en-US" sz="1350" strike="noStrike" u="none">
                <a:solidFill>
                  <a:schemeClr val="lt1"/>
                </a:solidFill>
                <a:effectLst/>
                <a:uFillTx/>
                <a:latin typeface="Century Gothic"/>
              </a:rPr>
              <a:t>Third level</a:t>
            </a:r>
            <a:endParaRPr b="0" lang="en-US" sz="1350" strike="noStrike" u="none">
              <a:solidFill>
                <a:schemeClr val="lt1"/>
              </a:solidFill>
              <a:effectLst/>
              <a:uFillTx/>
              <a:latin typeface="Century Gothic"/>
            </a:endParaRPr>
          </a:p>
          <a:p>
            <a:pPr lvl="3" marL="120024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Fourth level</a:t>
            </a:r>
            <a:endParaRPr b="0" lang="en-US" sz="1200" strike="noStrike" u="none">
              <a:solidFill>
                <a:schemeClr val="lt1"/>
              </a:solidFill>
              <a:effectLst/>
              <a:uFillTx/>
              <a:latin typeface="Century Gothic"/>
            </a:endParaRPr>
          </a:p>
          <a:p>
            <a:pPr lvl="4" marL="154296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Fifth level</a:t>
            </a:r>
            <a:endParaRPr b="0" lang="en-US" sz="1200" strike="noStrike" u="none">
              <a:solidFill>
                <a:schemeClr val="lt1"/>
              </a:solidFill>
              <a:effectLst/>
              <a:uFillTx/>
              <a:latin typeface="Century Gothic"/>
            </a:endParaRPr>
          </a:p>
        </p:txBody>
      </p:sp>
      <p:sp>
        <p:nvSpPr>
          <p:cNvPr id="111" name="PlaceHolder 4"/>
          <p:cNvSpPr>
            <a:spLocks noGrp="1"/>
          </p:cNvSpPr>
          <p:nvPr>
            <p:ph type="body"/>
          </p:nvPr>
        </p:nvSpPr>
        <p:spPr>
          <a:xfrm>
            <a:off x="4800600" y="1771200"/>
            <a:ext cx="3828600" cy="667800"/>
          </a:xfrm>
          <a:prstGeom prst="rect">
            <a:avLst/>
          </a:prstGeom>
          <a:noFill/>
          <a:ln w="0">
            <a:noFill/>
          </a:ln>
        </p:spPr>
        <p:txBody>
          <a:bodyPr lIns="91440" rIns="91440" tIns="45720" bIns="45720" anchor="b">
            <a:normAutofit/>
          </a:bodyPr>
          <a:p>
            <a:pPr indent="0" defTabSz="685800">
              <a:lnSpc>
                <a:spcPct val="90000"/>
              </a:lnSpc>
              <a:spcBef>
                <a:spcPts val="751"/>
              </a:spcBef>
              <a:buNone/>
              <a:tabLst>
                <a:tab algn="l" pos="0"/>
              </a:tabLst>
            </a:pPr>
            <a:r>
              <a:rPr b="0" lang="en-US" sz="2100" strike="noStrike" u="none">
                <a:solidFill>
                  <a:schemeClr val="lt1"/>
                </a:solidFill>
                <a:effectLst/>
                <a:uFillTx/>
                <a:latin typeface="Century Gothic"/>
              </a:rPr>
              <a:t>Click to edit Master text styles</a:t>
            </a:r>
            <a:endParaRPr b="0" lang="en-US" sz="2100" strike="noStrike" u="none">
              <a:solidFill>
                <a:schemeClr val="lt1"/>
              </a:solidFill>
              <a:effectLst/>
              <a:uFillTx/>
              <a:latin typeface="Century Gothic"/>
            </a:endParaRPr>
          </a:p>
        </p:txBody>
      </p:sp>
      <p:sp>
        <p:nvSpPr>
          <p:cNvPr id="112" name="PlaceHolder 5"/>
          <p:cNvSpPr>
            <a:spLocks noGrp="1"/>
          </p:cNvSpPr>
          <p:nvPr>
            <p:ph type="body"/>
          </p:nvPr>
        </p:nvSpPr>
        <p:spPr>
          <a:xfrm>
            <a:off x="4629240" y="2540880"/>
            <a:ext cx="4000320" cy="250272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ffffff"/>
              </a:buClr>
              <a:buFont typeface="Arial"/>
              <a:buChar char="•"/>
            </a:pPr>
            <a:r>
              <a:rPr b="0" lang="en-US" sz="1650" strike="noStrike" u="none">
                <a:solidFill>
                  <a:schemeClr val="lt1"/>
                </a:solidFill>
                <a:effectLst/>
                <a:uFillTx/>
                <a:latin typeface="Century Gothic"/>
              </a:rPr>
              <a:t>Click to edit Master text styles</a:t>
            </a:r>
            <a:endParaRPr b="0" lang="en-US" sz="1650" strike="noStrike" u="none">
              <a:solidFill>
                <a:schemeClr val="lt1"/>
              </a:solidFill>
              <a:effectLst/>
              <a:uFillTx/>
              <a:latin typeface="Century Gothic"/>
            </a:endParaRPr>
          </a:p>
          <a:p>
            <a:pPr lvl="1" marL="514440" indent="-171360" defTabSz="685800">
              <a:lnSpc>
                <a:spcPct val="90000"/>
              </a:lnSpc>
              <a:spcBef>
                <a:spcPts val="374"/>
              </a:spcBef>
              <a:buClr>
                <a:srgbClr val="ffffff"/>
              </a:buClr>
              <a:buFont typeface="Arial"/>
              <a:buChar char="•"/>
            </a:pPr>
            <a:r>
              <a:rPr b="0" lang="en-US" sz="1500" strike="noStrike" u="none">
                <a:solidFill>
                  <a:schemeClr val="lt1"/>
                </a:solidFill>
                <a:effectLst/>
                <a:uFillTx/>
                <a:latin typeface="Century Gothic"/>
              </a:rPr>
              <a:t>Second level</a:t>
            </a:r>
            <a:endParaRPr b="0" lang="en-US" sz="1500" strike="noStrike" u="none">
              <a:solidFill>
                <a:schemeClr val="lt1"/>
              </a:solidFill>
              <a:effectLst/>
              <a:uFillTx/>
              <a:latin typeface="Century Gothic"/>
            </a:endParaRPr>
          </a:p>
          <a:p>
            <a:pPr lvl="2" marL="857160" indent="-171360" defTabSz="685800">
              <a:lnSpc>
                <a:spcPct val="90000"/>
              </a:lnSpc>
              <a:spcBef>
                <a:spcPts val="374"/>
              </a:spcBef>
              <a:buClr>
                <a:srgbClr val="ffffff"/>
              </a:buClr>
              <a:buFont typeface="Arial"/>
              <a:buChar char="•"/>
            </a:pPr>
            <a:r>
              <a:rPr b="0" lang="en-US" sz="1350" strike="noStrike" u="none">
                <a:solidFill>
                  <a:schemeClr val="lt1"/>
                </a:solidFill>
                <a:effectLst/>
                <a:uFillTx/>
                <a:latin typeface="Century Gothic"/>
              </a:rPr>
              <a:t>Third level</a:t>
            </a:r>
            <a:endParaRPr b="0" lang="en-US" sz="1350" strike="noStrike" u="none">
              <a:solidFill>
                <a:schemeClr val="lt1"/>
              </a:solidFill>
              <a:effectLst/>
              <a:uFillTx/>
              <a:latin typeface="Century Gothic"/>
            </a:endParaRPr>
          </a:p>
          <a:p>
            <a:pPr lvl="3" marL="120024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Fourth level</a:t>
            </a:r>
            <a:endParaRPr b="0" lang="en-US" sz="1200" strike="noStrike" u="none">
              <a:solidFill>
                <a:schemeClr val="lt1"/>
              </a:solidFill>
              <a:effectLst/>
              <a:uFillTx/>
              <a:latin typeface="Century Gothic"/>
            </a:endParaRPr>
          </a:p>
          <a:p>
            <a:pPr lvl="4" marL="154296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Fifth level</a:t>
            </a:r>
            <a:endParaRPr b="0" lang="en-US" sz="1200" strike="noStrike" u="none">
              <a:solidFill>
                <a:schemeClr val="lt1"/>
              </a:solidFill>
              <a:effectLst/>
              <a:uFillTx/>
              <a:latin typeface="Century Gothic"/>
            </a:endParaRPr>
          </a:p>
        </p:txBody>
      </p:sp>
      <p:sp>
        <p:nvSpPr>
          <p:cNvPr id="113" name="PlaceHolder 6"/>
          <p:cNvSpPr>
            <a:spLocks noGrp="1"/>
          </p:cNvSpPr>
          <p:nvPr>
            <p:ph type="dt" idx="43"/>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114" name="PlaceHolder 7"/>
          <p:cNvSpPr>
            <a:spLocks noGrp="1"/>
          </p:cNvSpPr>
          <p:nvPr>
            <p:ph type="ftr" idx="44"/>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15" name="PlaceHolder 8"/>
          <p:cNvSpPr>
            <a:spLocks noGrp="1"/>
          </p:cNvSpPr>
          <p:nvPr>
            <p:ph type="sldNum" idx="45"/>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33BF83BA-072F-456C-9C7A-349B70AA23F1}"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000000"/>
        </a:solidFill>
      </p:bgPr>
    </p:bg>
    <p:spTree>
      <p:nvGrpSpPr>
        <p:cNvPr id="1" name=""/>
        <p:cNvGrpSpPr/>
        <p:nvPr/>
      </p:nvGrpSpPr>
      <p:grpSpPr>
        <a:xfrm>
          <a:off x="0" y="0"/>
          <a:ext cx="0" cy="0"/>
          <a:chOff x="0" y="0"/>
          <a:chExt cx="0" cy="0"/>
        </a:xfrm>
      </p:grpSpPr>
      <p:pic>
        <p:nvPicPr>
          <p:cNvPr id="116" name="Picture 6" descr="C0-HD-TOP.png"/>
          <p:cNvPicPr/>
          <p:nvPr/>
        </p:nvPicPr>
        <p:blipFill>
          <a:blip r:embed="rId2"/>
          <a:stretch/>
        </p:blipFill>
        <p:spPr>
          <a:xfrm>
            <a:off x="0" y="0"/>
            <a:ext cx="9143640" cy="1168920"/>
          </a:xfrm>
          <a:prstGeom prst="rect">
            <a:avLst/>
          </a:prstGeom>
          <a:noFill/>
          <a:ln w="0">
            <a:noFill/>
          </a:ln>
        </p:spPr>
      </p:pic>
      <p:sp>
        <p:nvSpPr>
          <p:cNvPr id="117" name="PlaceHolder 1"/>
          <p:cNvSpPr>
            <a:spLocks noGrp="1"/>
          </p:cNvSpPr>
          <p:nvPr>
            <p:ph type="title"/>
          </p:nvPr>
        </p:nvSpPr>
        <p:spPr>
          <a:xfrm>
            <a:off x="2171880" y="619920"/>
            <a:ext cx="6457680" cy="1048320"/>
          </a:xfrm>
          <a:prstGeom prst="rect">
            <a:avLst/>
          </a:prstGeom>
          <a:noFill/>
          <a:ln w="0">
            <a:noFill/>
          </a:ln>
        </p:spPr>
        <p:txBody>
          <a:bodyPr lIns="91440" rIns="91440" tIns="45720" bIns="45720" anchor="ctr">
            <a:noAutofit/>
          </a:bodyPr>
          <a:p>
            <a:pPr indent="0" algn="r"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118" name="PlaceHolder 2"/>
          <p:cNvSpPr>
            <a:spLocks noGrp="1"/>
          </p:cNvSpPr>
          <p:nvPr>
            <p:ph type="dt" idx="46"/>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119" name="PlaceHolder 3"/>
          <p:cNvSpPr>
            <a:spLocks noGrp="1"/>
          </p:cNvSpPr>
          <p:nvPr>
            <p:ph type="ftr" idx="47"/>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20" name="PlaceHolder 4"/>
          <p:cNvSpPr>
            <a:spLocks noGrp="1"/>
          </p:cNvSpPr>
          <p:nvPr>
            <p:ph type="sldNum" idx="48"/>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412C3A9B-90BA-4940-950F-69E61B98EB3C}"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000000"/>
        </a:solidFill>
      </p:bgPr>
    </p:bg>
    <p:spTree>
      <p:nvGrpSpPr>
        <p:cNvPr id="1" name=""/>
        <p:cNvGrpSpPr/>
        <p:nvPr/>
      </p:nvGrpSpPr>
      <p:grpSpPr>
        <a:xfrm>
          <a:off x="0" y="0"/>
          <a:ext cx="0" cy="0"/>
          <a:chOff x="0" y="0"/>
          <a:chExt cx="0" cy="0"/>
        </a:xfrm>
      </p:grpSpPr>
      <p:pic>
        <p:nvPicPr>
          <p:cNvPr id="121" name="Picture 6" descr="C0-HD-TOP.png"/>
          <p:cNvPicPr/>
          <p:nvPr/>
        </p:nvPicPr>
        <p:blipFill>
          <a:blip r:embed="rId2"/>
          <a:stretch/>
        </p:blipFill>
        <p:spPr>
          <a:xfrm>
            <a:off x="0" y="0"/>
            <a:ext cx="9143640" cy="1168920"/>
          </a:xfrm>
          <a:prstGeom prst="rect">
            <a:avLst/>
          </a:prstGeom>
          <a:noFill/>
          <a:ln w="0">
            <a:noFill/>
          </a:ln>
        </p:spPr>
      </p:pic>
      <p:sp>
        <p:nvSpPr>
          <p:cNvPr id="122" name="PlaceHolder 1"/>
          <p:cNvSpPr>
            <a:spLocks noGrp="1"/>
          </p:cNvSpPr>
          <p:nvPr>
            <p:ph type="dt" idx="49"/>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123" name="PlaceHolder 2"/>
          <p:cNvSpPr>
            <a:spLocks noGrp="1"/>
          </p:cNvSpPr>
          <p:nvPr>
            <p:ph type="ftr" idx="50"/>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24" name="PlaceHolder 3"/>
          <p:cNvSpPr>
            <a:spLocks noGrp="1"/>
          </p:cNvSpPr>
          <p:nvPr>
            <p:ph type="sldNum" idx="51"/>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20C6D75F-CF85-463B-B526-3BF63ECE3D4F}"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000000"/>
        </a:solidFill>
      </p:bgPr>
    </p:bg>
    <p:spTree>
      <p:nvGrpSpPr>
        <p:cNvPr id="1" name=""/>
        <p:cNvGrpSpPr/>
        <p:nvPr/>
      </p:nvGrpSpPr>
      <p:grpSpPr>
        <a:xfrm>
          <a:off x="0" y="0"/>
          <a:ext cx="0" cy="0"/>
          <a:chOff x="0" y="0"/>
          <a:chExt cx="0" cy="0"/>
        </a:xfrm>
      </p:grpSpPr>
      <p:pic>
        <p:nvPicPr>
          <p:cNvPr id="125" name="Picture 6" descr="C0-HD-TOP.png"/>
          <p:cNvPicPr/>
          <p:nvPr/>
        </p:nvPicPr>
        <p:blipFill>
          <a:blip r:embed="rId2"/>
          <a:stretch/>
        </p:blipFill>
        <p:spPr>
          <a:xfrm>
            <a:off x="0" y="0"/>
            <a:ext cx="9143640" cy="1168920"/>
          </a:xfrm>
          <a:prstGeom prst="rect">
            <a:avLst/>
          </a:prstGeom>
          <a:noFill/>
          <a:ln w="0">
            <a:noFill/>
          </a:ln>
        </p:spPr>
      </p:pic>
      <p:sp>
        <p:nvSpPr>
          <p:cNvPr id="126" name="PlaceHolder 1"/>
          <p:cNvSpPr>
            <a:spLocks noGrp="1"/>
          </p:cNvSpPr>
          <p:nvPr>
            <p:ph type="title"/>
          </p:nvPr>
        </p:nvSpPr>
        <p:spPr>
          <a:xfrm>
            <a:off x="514440" y="1236240"/>
            <a:ext cx="3085920" cy="1297440"/>
          </a:xfrm>
          <a:prstGeom prst="rect">
            <a:avLst/>
          </a:prstGeom>
          <a:noFill/>
          <a:ln w="0">
            <a:noFill/>
          </a:ln>
        </p:spPr>
        <p:txBody>
          <a:bodyPr lIns="91440" rIns="91440" tIns="45720" bIns="45720" anchor="b">
            <a:noAutofit/>
          </a:bodyPr>
          <a:p>
            <a:pPr indent="0" defTabSz="685800">
              <a:lnSpc>
                <a:spcPct val="90000"/>
              </a:lnSpc>
              <a:buNone/>
            </a:pPr>
            <a:r>
              <a:rPr b="0" lang="en-US" sz="2400" strike="noStrike" u="none" cap="all">
                <a:solidFill>
                  <a:schemeClr val="lt1"/>
                </a:solidFill>
                <a:effectLst/>
                <a:uFillTx/>
                <a:latin typeface="Century Gothic"/>
              </a:rPr>
              <a:t>Click to edit Master title style</a:t>
            </a:r>
            <a:endParaRPr b="0" lang="en-US" sz="2400" strike="noStrike" u="none">
              <a:solidFill>
                <a:schemeClr val="lt1"/>
              </a:solidFill>
              <a:effectLst/>
              <a:uFillTx/>
              <a:latin typeface="Century Gothic"/>
            </a:endParaRPr>
          </a:p>
        </p:txBody>
      </p:sp>
      <p:sp>
        <p:nvSpPr>
          <p:cNvPr id="127" name="PlaceHolder 2"/>
          <p:cNvSpPr>
            <a:spLocks noGrp="1"/>
          </p:cNvSpPr>
          <p:nvPr>
            <p:ph type="body"/>
          </p:nvPr>
        </p:nvSpPr>
        <p:spPr>
          <a:xfrm>
            <a:off x="3746520" y="605880"/>
            <a:ext cx="4882680" cy="4438080"/>
          </a:xfrm>
          <a:prstGeom prst="rect">
            <a:avLst/>
          </a:prstGeom>
          <a:noFill/>
          <a:ln w="0">
            <a:noFill/>
          </a:ln>
        </p:spPr>
        <p:txBody>
          <a:bodyPr lIns="91440" rIns="91440" tIns="45720" bIns="45720" anchor="ctr">
            <a:noAutofit/>
          </a:bodyPr>
          <a:p>
            <a:pPr marL="171360" indent="-171360" defTabSz="685800">
              <a:lnSpc>
                <a:spcPct val="90000"/>
              </a:lnSpc>
              <a:spcBef>
                <a:spcPts val="751"/>
              </a:spcBef>
              <a:buClr>
                <a:srgbClr val="ffffff"/>
              </a:buClr>
              <a:buFont typeface="Arial"/>
              <a:buChar char="•"/>
            </a:pPr>
            <a:r>
              <a:rPr b="0" lang="en-US" sz="1650" strike="noStrike" u="none">
                <a:solidFill>
                  <a:schemeClr val="lt1"/>
                </a:solidFill>
                <a:effectLst/>
                <a:uFillTx/>
                <a:latin typeface="Century Gothic"/>
              </a:rPr>
              <a:t>Click to edit Master text styles</a:t>
            </a:r>
            <a:endParaRPr b="0" lang="en-US" sz="1650" strike="noStrike" u="none">
              <a:solidFill>
                <a:schemeClr val="lt1"/>
              </a:solidFill>
              <a:effectLst/>
              <a:uFillTx/>
              <a:latin typeface="Century Gothic"/>
            </a:endParaRPr>
          </a:p>
          <a:p>
            <a:pPr lvl="1" marL="514440" indent="-171360" defTabSz="685800">
              <a:lnSpc>
                <a:spcPct val="90000"/>
              </a:lnSpc>
              <a:spcBef>
                <a:spcPts val="374"/>
              </a:spcBef>
              <a:buClr>
                <a:srgbClr val="ffffff"/>
              </a:buClr>
              <a:buFont typeface="Arial"/>
              <a:buChar char="•"/>
            </a:pPr>
            <a:r>
              <a:rPr b="0" lang="en-US" sz="1500" strike="noStrike" u="none">
                <a:solidFill>
                  <a:schemeClr val="lt1"/>
                </a:solidFill>
                <a:effectLst/>
                <a:uFillTx/>
                <a:latin typeface="Century Gothic"/>
              </a:rPr>
              <a:t>Second level</a:t>
            </a:r>
            <a:endParaRPr b="0" lang="en-US" sz="1500" strike="noStrike" u="none">
              <a:solidFill>
                <a:schemeClr val="lt1"/>
              </a:solidFill>
              <a:effectLst/>
              <a:uFillTx/>
              <a:latin typeface="Century Gothic"/>
            </a:endParaRPr>
          </a:p>
          <a:p>
            <a:pPr lvl="2" marL="857160" indent="-171360" defTabSz="685800">
              <a:lnSpc>
                <a:spcPct val="90000"/>
              </a:lnSpc>
              <a:spcBef>
                <a:spcPts val="374"/>
              </a:spcBef>
              <a:buClr>
                <a:srgbClr val="ffffff"/>
              </a:buClr>
              <a:buFont typeface="Arial"/>
              <a:buChar char="•"/>
            </a:pPr>
            <a:r>
              <a:rPr b="0" lang="en-US" sz="1350" strike="noStrike" u="none">
                <a:solidFill>
                  <a:schemeClr val="lt1"/>
                </a:solidFill>
                <a:effectLst/>
                <a:uFillTx/>
                <a:latin typeface="Century Gothic"/>
              </a:rPr>
              <a:t>Third level</a:t>
            </a:r>
            <a:endParaRPr b="0" lang="en-US" sz="1350" strike="noStrike" u="none">
              <a:solidFill>
                <a:schemeClr val="lt1"/>
              </a:solidFill>
              <a:effectLst/>
              <a:uFillTx/>
              <a:latin typeface="Century Gothic"/>
            </a:endParaRPr>
          </a:p>
          <a:p>
            <a:pPr lvl="3" marL="120024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Fourth level</a:t>
            </a:r>
            <a:endParaRPr b="0" lang="en-US" sz="1200" strike="noStrike" u="none">
              <a:solidFill>
                <a:schemeClr val="lt1"/>
              </a:solidFill>
              <a:effectLst/>
              <a:uFillTx/>
              <a:latin typeface="Century Gothic"/>
            </a:endParaRPr>
          </a:p>
          <a:p>
            <a:pPr lvl="4" marL="154296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Fifth level</a:t>
            </a:r>
            <a:endParaRPr b="0" lang="en-US" sz="1200" strike="noStrike" u="none">
              <a:solidFill>
                <a:schemeClr val="lt1"/>
              </a:solidFill>
              <a:effectLst/>
              <a:uFillTx/>
              <a:latin typeface="Century Gothic"/>
            </a:endParaRPr>
          </a:p>
        </p:txBody>
      </p:sp>
      <p:sp>
        <p:nvSpPr>
          <p:cNvPr id="128" name="PlaceHolder 3"/>
          <p:cNvSpPr>
            <a:spLocks noGrp="1"/>
          </p:cNvSpPr>
          <p:nvPr>
            <p:ph type="body"/>
          </p:nvPr>
        </p:nvSpPr>
        <p:spPr>
          <a:xfrm>
            <a:off x="514440" y="2534040"/>
            <a:ext cx="3085920" cy="2509560"/>
          </a:xfrm>
          <a:prstGeom prst="rect">
            <a:avLst/>
          </a:prstGeom>
          <a:noFill/>
          <a:ln w="0">
            <a:noFill/>
          </a:ln>
        </p:spPr>
        <p:txBody>
          <a:bodyPr lIns="91440" rIns="91440" tIns="45720" bIns="45720" anchor="t">
            <a:noAutofit/>
          </a:bodyPr>
          <a:p>
            <a:pPr indent="0" defTabSz="685800">
              <a:lnSpc>
                <a:spcPct val="90000"/>
              </a:lnSpc>
              <a:spcBef>
                <a:spcPts val="751"/>
              </a:spcBef>
              <a:buNone/>
              <a:tabLst>
                <a:tab algn="l" pos="0"/>
              </a:tabLst>
            </a:pPr>
            <a:r>
              <a:rPr b="0" lang="en-US" sz="1200" strike="noStrike" u="none">
                <a:solidFill>
                  <a:schemeClr val="lt1"/>
                </a:solidFill>
                <a:effectLst/>
                <a:uFillTx/>
                <a:latin typeface="Century Gothic"/>
              </a:rPr>
              <a:t>Click to edit Master text styles</a:t>
            </a:r>
            <a:endParaRPr b="0" lang="en-US" sz="1200" strike="noStrike" u="none">
              <a:solidFill>
                <a:schemeClr val="lt1"/>
              </a:solidFill>
              <a:effectLst/>
              <a:uFillTx/>
              <a:latin typeface="Century Gothic"/>
            </a:endParaRPr>
          </a:p>
        </p:txBody>
      </p:sp>
      <p:sp>
        <p:nvSpPr>
          <p:cNvPr id="129" name="PlaceHolder 4"/>
          <p:cNvSpPr>
            <a:spLocks noGrp="1"/>
          </p:cNvSpPr>
          <p:nvPr>
            <p:ph type="dt" idx="52"/>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130" name="PlaceHolder 5"/>
          <p:cNvSpPr>
            <a:spLocks noGrp="1"/>
          </p:cNvSpPr>
          <p:nvPr>
            <p:ph type="ftr" idx="53"/>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31" name="PlaceHolder 6"/>
          <p:cNvSpPr>
            <a:spLocks noGrp="1"/>
          </p:cNvSpPr>
          <p:nvPr>
            <p:ph type="sldNum" idx="54"/>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36B52DF2-93C1-4D46-AF64-C49C89BA8AAB}"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000000"/>
        </a:solidFill>
      </p:bgPr>
    </p:bg>
    <p:spTree>
      <p:nvGrpSpPr>
        <p:cNvPr id="1" name=""/>
        <p:cNvGrpSpPr/>
        <p:nvPr/>
      </p:nvGrpSpPr>
      <p:grpSpPr>
        <a:xfrm>
          <a:off x="0" y="0"/>
          <a:ext cx="0" cy="0"/>
          <a:chOff x="0" y="0"/>
          <a:chExt cx="0" cy="0"/>
        </a:xfrm>
      </p:grpSpPr>
      <p:pic>
        <p:nvPicPr>
          <p:cNvPr id="132" name="Picture 6" descr="C0-HD-TOP.png"/>
          <p:cNvPicPr/>
          <p:nvPr/>
        </p:nvPicPr>
        <p:blipFill>
          <a:blip r:embed="rId2"/>
          <a:stretch/>
        </p:blipFill>
        <p:spPr>
          <a:xfrm>
            <a:off x="0" y="0"/>
            <a:ext cx="9143640" cy="1168920"/>
          </a:xfrm>
          <a:prstGeom prst="rect">
            <a:avLst/>
          </a:prstGeom>
          <a:noFill/>
          <a:ln w="0">
            <a:noFill/>
          </a:ln>
        </p:spPr>
      </p:pic>
      <p:sp>
        <p:nvSpPr>
          <p:cNvPr id="133" name="PlaceHolder 1"/>
          <p:cNvSpPr>
            <a:spLocks noGrp="1"/>
          </p:cNvSpPr>
          <p:nvPr>
            <p:ph type="title"/>
          </p:nvPr>
        </p:nvSpPr>
        <p:spPr>
          <a:xfrm>
            <a:off x="514440" y="1236240"/>
            <a:ext cx="5154480" cy="1297440"/>
          </a:xfrm>
          <a:prstGeom prst="rect">
            <a:avLst/>
          </a:prstGeom>
          <a:noFill/>
          <a:ln w="0">
            <a:noFill/>
          </a:ln>
        </p:spPr>
        <p:txBody>
          <a:bodyPr lIns="91440" rIns="91440" tIns="45720" bIns="45720" anchor="b">
            <a:noAutofit/>
          </a:bodyPr>
          <a:p>
            <a:pPr indent="0" defTabSz="685800">
              <a:lnSpc>
                <a:spcPct val="90000"/>
              </a:lnSpc>
              <a:buNone/>
            </a:pPr>
            <a:r>
              <a:rPr b="0" lang="en-US" sz="2400" strike="noStrike" u="none" cap="all">
                <a:solidFill>
                  <a:schemeClr val="lt1"/>
                </a:solidFill>
                <a:effectLst/>
                <a:uFillTx/>
                <a:latin typeface="Century Gothic"/>
              </a:rPr>
              <a:t>Click to edit Master title style</a:t>
            </a:r>
            <a:endParaRPr b="0" lang="en-US" sz="2400" strike="noStrike" u="none">
              <a:solidFill>
                <a:schemeClr val="lt1"/>
              </a:solidFill>
              <a:effectLst/>
              <a:uFillTx/>
              <a:latin typeface="Century Gothic"/>
            </a:endParaRPr>
          </a:p>
        </p:txBody>
      </p:sp>
      <p:sp>
        <p:nvSpPr>
          <p:cNvPr id="134" name="PlaceHolder 2"/>
          <p:cNvSpPr>
            <a:spLocks noGrp="1"/>
          </p:cNvSpPr>
          <p:nvPr>
            <p:ph type="body"/>
          </p:nvPr>
        </p:nvSpPr>
        <p:spPr>
          <a:xfrm>
            <a:off x="5896080" y="609480"/>
            <a:ext cx="2733480" cy="4434480"/>
          </a:xfrm>
          <a:prstGeom prst="rect">
            <a:avLst/>
          </a:prstGeom>
          <a:noFill/>
          <a:ln w="0">
            <a:noFill/>
          </a:ln>
        </p:spPr>
        <p:txBody>
          <a:bodyPr lIns="90000" rIns="90000" tIns="45000" bIns="45000" anchor="t">
            <a:noAutofit/>
          </a:bodyPr>
          <a:p>
            <a:pPr indent="0" defTabSz="914400">
              <a:lnSpc>
                <a:spcPct val="100000"/>
              </a:lnSpc>
              <a:buNone/>
              <a:tabLst>
                <a:tab algn="l" pos="0"/>
              </a:tabLst>
            </a:pPr>
            <a:r>
              <a:rPr b="0" lang="en-US" sz="2400" strike="noStrike" u="none">
                <a:solidFill>
                  <a:schemeClr val="lt1"/>
                </a:solidFill>
                <a:effectLst/>
                <a:uFillTx/>
                <a:latin typeface="Century Gothic"/>
              </a:rPr>
              <a:t>Click icon to add picture</a:t>
            </a:r>
            <a:endParaRPr b="0" lang="en-US" sz="2400" strike="noStrike" u="none">
              <a:solidFill>
                <a:schemeClr val="lt1"/>
              </a:solidFill>
              <a:effectLst/>
              <a:uFillTx/>
              <a:latin typeface="Century Gothic"/>
            </a:endParaRPr>
          </a:p>
        </p:txBody>
      </p:sp>
      <p:sp>
        <p:nvSpPr>
          <p:cNvPr id="135" name="PlaceHolder 3"/>
          <p:cNvSpPr>
            <a:spLocks noGrp="1"/>
          </p:cNvSpPr>
          <p:nvPr>
            <p:ph type="body"/>
          </p:nvPr>
        </p:nvSpPr>
        <p:spPr>
          <a:xfrm>
            <a:off x="514440" y="2534040"/>
            <a:ext cx="5154480" cy="2509560"/>
          </a:xfrm>
          <a:prstGeom prst="rect">
            <a:avLst/>
          </a:prstGeom>
          <a:noFill/>
          <a:ln w="0">
            <a:noFill/>
          </a:ln>
        </p:spPr>
        <p:txBody>
          <a:bodyPr lIns="91440" rIns="91440" tIns="45720" bIns="45720" anchor="t">
            <a:noAutofit/>
          </a:bodyPr>
          <a:p>
            <a:pPr indent="0" defTabSz="685800">
              <a:lnSpc>
                <a:spcPct val="90000"/>
              </a:lnSpc>
              <a:spcBef>
                <a:spcPts val="751"/>
              </a:spcBef>
              <a:buNone/>
              <a:tabLst>
                <a:tab algn="l" pos="0"/>
              </a:tabLst>
            </a:pPr>
            <a:r>
              <a:rPr b="0" lang="en-US" sz="1200" strike="noStrike" u="none">
                <a:solidFill>
                  <a:schemeClr val="lt1"/>
                </a:solidFill>
                <a:effectLst/>
                <a:uFillTx/>
                <a:latin typeface="Century Gothic"/>
              </a:rPr>
              <a:t>Click to edit Master text styles</a:t>
            </a:r>
            <a:endParaRPr b="0" lang="en-US" sz="1200" strike="noStrike" u="none">
              <a:solidFill>
                <a:schemeClr val="lt1"/>
              </a:solidFill>
              <a:effectLst/>
              <a:uFillTx/>
              <a:latin typeface="Century Gothic"/>
            </a:endParaRPr>
          </a:p>
        </p:txBody>
      </p:sp>
      <p:sp>
        <p:nvSpPr>
          <p:cNvPr id="136" name="PlaceHolder 4"/>
          <p:cNvSpPr>
            <a:spLocks noGrp="1"/>
          </p:cNvSpPr>
          <p:nvPr>
            <p:ph type="dt" idx="55"/>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137" name="PlaceHolder 5"/>
          <p:cNvSpPr>
            <a:spLocks noGrp="1"/>
          </p:cNvSpPr>
          <p:nvPr>
            <p:ph type="ftr" idx="56"/>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38" name="PlaceHolder 6"/>
          <p:cNvSpPr>
            <a:spLocks noGrp="1"/>
          </p:cNvSpPr>
          <p:nvPr>
            <p:ph type="sldNum" idx="57"/>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076386D3-8AD6-4F6A-AE4C-A7327033DD17}"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000000"/>
        </a:solidFill>
      </p:bgPr>
    </p:bg>
    <p:spTree>
      <p:nvGrpSpPr>
        <p:cNvPr id="1" name=""/>
        <p:cNvGrpSpPr/>
        <p:nvPr/>
      </p:nvGrpSpPr>
      <p:grpSpPr>
        <a:xfrm>
          <a:off x="0" y="0"/>
          <a:ext cx="0" cy="0"/>
          <a:chOff x="0" y="0"/>
          <a:chExt cx="0" cy="0"/>
        </a:xfrm>
      </p:grpSpPr>
      <p:pic>
        <p:nvPicPr>
          <p:cNvPr id="139" name="Picture 6" descr="C0-HD-TOP.png"/>
          <p:cNvPicPr/>
          <p:nvPr/>
        </p:nvPicPr>
        <p:blipFill>
          <a:blip r:embed="rId2"/>
          <a:stretch/>
        </p:blipFill>
        <p:spPr>
          <a:xfrm>
            <a:off x="0" y="0"/>
            <a:ext cx="9143640" cy="1168920"/>
          </a:xfrm>
          <a:prstGeom prst="rect">
            <a:avLst/>
          </a:prstGeom>
          <a:noFill/>
          <a:ln w="0">
            <a:noFill/>
          </a:ln>
        </p:spPr>
      </p:pic>
      <p:pic>
        <p:nvPicPr>
          <p:cNvPr id="140" name="Picture 6" descr="C0-HD-BTM.png"/>
          <p:cNvPicPr/>
          <p:nvPr/>
        </p:nvPicPr>
        <p:blipFill>
          <a:blip r:embed="rId3"/>
          <a:stretch/>
        </p:blipFill>
        <p:spPr>
          <a:xfrm>
            <a:off x="0" y="3548880"/>
            <a:ext cx="9143640" cy="2013480"/>
          </a:xfrm>
          <a:prstGeom prst="rect">
            <a:avLst/>
          </a:prstGeom>
          <a:noFill/>
          <a:ln w="0">
            <a:noFill/>
          </a:ln>
        </p:spPr>
      </p:pic>
      <p:sp>
        <p:nvSpPr>
          <p:cNvPr id="141" name="PlaceHolder 1"/>
          <p:cNvSpPr>
            <a:spLocks noGrp="1"/>
          </p:cNvSpPr>
          <p:nvPr>
            <p:ph type="title"/>
          </p:nvPr>
        </p:nvSpPr>
        <p:spPr>
          <a:xfrm>
            <a:off x="1028880" y="1462680"/>
            <a:ext cx="7086240" cy="1479960"/>
          </a:xfrm>
          <a:prstGeom prst="rect">
            <a:avLst/>
          </a:prstGeom>
          <a:noFill/>
          <a:ln w="0">
            <a:noFill/>
          </a:ln>
        </p:spPr>
        <p:txBody>
          <a:bodyPr lIns="91440" rIns="91440" tIns="45720" bIns="45720" anchor="b">
            <a:normAutofit/>
          </a:bodyPr>
          <a:p>
            <a:pPr indent="0" defTabSz="685800">
              <a:lnSpc>
                <a:spcPct val="90000"/>
              </a:lnSpc>
              <a:buNone/>
            </a:pPr>
            <a:r>
              <a:rPr b="0" lang="en-US" sz="4500" strike="noStrike" u="none" cap="all">
                <a:solidFill>
                  <a:schemeClr val="lt1"/>
                </a:solidFill>
                <a:effectLst/>
                <a:uFillTx/>
                <a:latin typeface="Century Gothic"/>
              </a:rPr>
              <a:t>Click to edit Master title style</a:t>
            </a:r>
            <a:endParaRPr b="0" lang="en-US" sz="4500" strike="noStrike" u="none">
              <a:solidFill>
                <a:schemeClr val="lt1"/>
              </a:solidFill>
              <a:effectLst/>
              <a:uFillTx/>
              <a:latin typeface="Century Gothic"/>
            </a:endParaRPr>
          </a:p>
        </p:txBody>
      </p:sp>
      <p:sp>
        <p:nvSpPr>
          <p:cNvPr id="142" name="PlaceHolder 2"/>
          <p:cNvSpPr>
            <a:spLocks noGrp="1"/>
          </p:cNvSpPr>
          <p:nvPr>
            <p:ph type="dt" idx="58"/>
          </p:nvPr>
        </p:nvSpPr>
        <p:spPr>
          <a:xfrm>
            <a:off x="5932080" y="3499560"/>
            <a:ext cx="2182680" cy="30348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143" name="PlaceHolder 3"/>
          <p:cNvSpPr>
            <a:spLocks noGrp="1"/>
          </p:cNvSpPr>
          <p:nvPr>
            <p:ph type="ftr" idx="59"/>
          </p:nvPr>
        </p:nvSpPr>
        <p:spPr>
          <a:xfrm>
            <a:off x="1028880" y="3507120"/>
            <a:ext cx="480024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44" name="PlaceHolder 4"/>
          <p:cNvSpPr>
            <a:spLocks noGrp="1"/>
          </p:cNvSpPr>
          <p:nvPr>
            <p:ph type="sldNum" idx="60"/>
          </p:nvPr>
        </p:nvSpPr>
        <p:spPr>
          <a:xfrm>
            <a:off x="6058080" y="116064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D721D258-D3EC-4AF5-968C-2EABF0BD6CF4}"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bg>
      <p:bgPr>
        <a:solidFill>
          <a:srgbClr val="000000"/>
        </a:solidFill>
      </p:bgPr>
    </p:bg>
    <p:spTree>
      <p:nvGrpSpPr>
        <p:cNvPr id="1" name=""/>
        <p:cNvGrpSpPr/>
        <p:nvPr/>
      </p:nvGrpSpPr>
      <p:grpSpPr>
        <a:xfrm>
          <a:off x="0" y="0"/>
          <a:ext cx="0" cy="0"/>
          <a:chOff x="0" y="0"/>
          <a:chExt cx="0" cy="0"/>
        </a:xfrm>
      </p:grpSpPr>
      <p:pic>
        <p:nvPicPr>
          <p:cNvPr id="145" name="Picture 6" descr="C0-HD-TOP.png"/>
          <p:cNvPicPr/>
          <p:nvPr/>
        </p:nvPicPr>
        <p:blipFill>
          <a:blip r:embed="rId2"/>
          <a:stretch/>
        </p:blipFill>
        <p:spPr>
          <a:xfrm>
            <a:off x="0" y="0"/>
            <a:ext cx="9143640" cy="1168920"/>
          </a:xfrm>
          <a:prstGeom prst="rect">
            <a:avLst/>
          </a:prstGeom>
          <a:noFill/>
          <a:ln w="0">
            <a:noFill/>
          </a:ln>
        </p:spPr>
      </p:pic>
      <p:sp>
        <p:nvSpPr>
          <p:cNvPr id="146" name="PlaceHolder 1"/>
          <p:cNvSpPr>
            <a:spLocks noGrp="1"/>
          </p:cNvSpPr>
          <p:nvPr>
            <p:ph type="title"/>
          </p:nvPr>
        </p:nvSpPr>
        <p:spPr>
          <a:xfrm>
            <a:off x="514440" y="3810240"/>
            <a:ext cx="8116200" cy="664200"/>
          </a:xfrm>
          <a:prstGeom prst="rect">
            <a:avLst/>
          </a:prstGeom>
          <a:noFill/>
          <a:ln w="0">
            <a:noFill/>
          </a:ln>
        </p:spPr>
        <p:txBody>
          <a:bodyPr lIns="91440" rIns="91440" tIns="45720" bIns="45720" anchor="b">
            <a:noAutofit/>
          </a:bodyPr>
          <a:p>
            <a:pPr indent="0" defTabSz="685800">
              <a:lnSpc>
                <a:spcPct val="90000"/>
              </a:lnSpc>
              <a:buNone/>
            </a:pPr>
            <a:r>
              <a:rPr b="0" lang="en-US" sz="2400" strike="noStrike" u="none" cap="all">
                <a:solidFill>
                  <a:schemeClr val="lt1"/>
                </a:solidFill>
                <a:effectLst/>
                <a:uFillTx/>
                <a:latin typeface="Century Gothic"/>
              </a:rPr>
              <a:t>Click to edit Master title style</a:t>
            </a:r>
            <a:endParaRPr b="0" lang="en-US" sz="2400" strike="noStrike" u="none">
              <a:solidFill>
                <a:schemeClr val="lt1"/>
              </a:solidFill>
              <a:effectLst/>
              <a:uFillTx/>
              <a:latin typeface="Century Gothic"/>
            </a:endParaRPr>
          </a:p>
        </p:txBody>
      </p:sp>
      <p:sp>
        <p:nvSpPr>
          <p:cNvPr id="147" name="PlaceHolder 2"/>
          <p:cNvSpPr>
            <a:spLocks noGrp="1"/>
          </p:cNvSpPr>
          <p:nvPr>
            <p:ph type="body"/>
          </p:nvPr>
        </p:nvSpPr>
        <p:spPr>
          <a:xfrm>
            <a:off x="511200" y="763560"/>
            <a:ext cx="8116200" cy="2820960"/>
          </a:xfrm>
          <a:prstGeom prst="rect">
            <a:avLst/>
          </a:prstGeom>
          <a:noFill/>
          <a:ln w="0">
            <a:noFill/>
          </a:ln>
        </p:spPr>
        <p:txBody>
          <a:bodyPr lIns="90000" rIns="90000" tIns="45000" bIns="45000" anchor="t">
            <a:noAutofit/>
          </a:bodyPr>
          <a:p>
            <a:pPr indent="0" defTabSz="914400">
              <a:lnSpc>
                <a:spcPct val="100000"/>
              </a:lnSpc>
              <a:buNone/>
              <a:tabLst>
                <a:tab algn="l" pos="0"/>
              </a:tabLst>
            </a:pPr>
            <a:r>
              <a:rPr b="0" lang="en-US" sz="2400" strike="noStrike" u="none">
                <a:solidFill>
                  <a:schemeClr val="lt1"/>
                </a:solidFill>
                <a:effectLst/>
                <a:uFillTx/>
                <a:latin typeface="Century Gothic"/>
              </a:rPr>
              <a:t>Click icon to add picture</a:t>
            </a:r>
            <a:endParaRPr b="0" lang="en-US" sz="2400" strike="noStrike" u="none">
              <a:solidFill>
                <a:schemeClr val="lt1"/>
              </a:solidFill>
              <a:effectLst/>
              <a:uFillTx/>
              <a:latin typeface="Century Gothic"/>
            </a:endParaRPr>
          </a:p>
        </p:txBody>
      </p:sp>
      <p:sp>
        <p:nvSpPr>
          <p:cNvPr id="148" name="PlaceHolder 3"/>
          <p:cNvSpPr>
            <a:spLocks noGrp="1"/>
          </p:cNvSpPr>
          <p:nvPr>
            <p:ph type="body"/>
          </p:nvPr>
        </p:nvSpPr>
        <p:spPr>
          <a:xfrm>
            <a:off x="514440" y="4474800"/>
            <a:ext cx="8115120" cy="569160"/>
          </a:xfrm>
          <a:prstGeom prst="rect">
            <a:avLst/>
          </a:prstGeom>
          <a:noFill/>
          <a:ln w="0">
            <a:noFill/>
          </a:ln>
        </p:spPr>
        <p:txBody>
          <a:bodyPr lIns="91440" rIns="91440" tIns="45720" bIns="45720" anchor="t">
            <a:noAutofit/>
          </a:bodyPr>
          <a:p>
            <a:pPr indent="0" defTabSz="685800">
              <a:lnSpc>
                <a:spcPct val="90000"/>
              </a:lnSpc>
              <a:spcBef>
                <a:spcPts val="751"/>
              </a:spcBef>
              <a:buNone/>
              <a:tabLst>
                <a:tab algn="l" pos="0"/>
              </a:tabLst>
            </a:pPr>
            <a:r>
              <a:rPr b="0" lang="en-US" sz="1200" strike="noStrike" u="none">
                <a:solidFill>
                  <a:schemeClr val="lt1"/>
                </a:solidFill>
                <a:effectLst/>
                <a:uFillTx/>
                <a:latin typeface="Century Gothic"/>
              </a:rPr>
              <a:t>Click to edit Master text styles</a:t>
            </a:r>
            <a:endParaRPr b="0" lang="en-US" sz="1200" strike="noStrike" u="none">
              <a:solidFill>
                <a:schemeClr val="lt1"/>
              </a:solidFill>
              <a:effectLst/>
              <a:uFillTx/>
              <a:latin typeface="Century Gothic"/>
            </a:endParaRPr>
          </a:p>
        </p:txBody>
      </p:sp>
      <p:sp>
        <p:nvSpPr>
          <p:cNvPr id="149" name="PlaceHolder 4"/>
          <p:cNvSpPr>
            <a:spLocks noGrp="1"/>
          </p:cNvSpPr>
          <p:nvPr>
            <p:ph type="dt" idx="61"/>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150" name="PlaceHolder 5"/>
          <p:cNvSpPr>
            <a:spLocks noGrp="1"/>
          </p:cNvSpPr>
          <p:nvPr>
            <p:ph type="ftr" idx="62"/>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51" name="PlaceHolder 6"/>
          <p:cNvSpPr>
            <a:spLocks noGrp="1"/>
          </p:cNvSpPr>
          <p:nvPr>
            <p:ph type="sldNum" idx="63"/>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5B74BC41-659E-4D45-949C-6EFD90B2DA7D}"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bg>
      <p:bgPr>
        <a:solidFill>
          <a:srgbClr val="000000"/>
        </a:solidFill>
      </p:bgPr>
    </p:bg>
    <p:spTree>
      <p:nvGrpSpPr>
        <p:cNvPr id="1" name=""/>
        <p:cNvGrpSpPr/>
        <p:nvPr/>
      </p:nvGrpSpPr>
      <p:grpSpPr>
        <a:xfrm>
          <a:off x="0" y="0"/>
          <a:ext cx="0" cy="0"/>
          <a:chOff x="0" y="0"/>
          <a:chExt cx="0" cy="0"/>
        </a:xfrm>
      </p:grpSpPr>
      <p:pic>
        <p:nvPicPr>
          <p:cNvPr id="152" name="Picture 6" descr="C0-HD-TOP.png"/>
          <p:cNvPicPr/>
          <p:nvPr/>
        </p:nvPicPr>
        <p:blipFill>
          <a:blip r:embed="rId2"/>
          <a:stretch/>
        </p:blipFill>
        <p:spPr>
          <a:xfrm>
            <a:off x="0" y="0"/>
            <a:ext cx="9143640" cy="1168920"/>
          </a:xfrm>
          <a:prstGeom prst="rect">
            <a:avLst/>
          </a:prstGeom>
          <a:noFill/>
          <a:ln w="0">
            <a:noFill/>
          </a:ln>
        </p:spPr>
      </p:pic>
      <p:pic>
        <p:nvPicPr>
          <p:cNvPr id="153" name="Picture 7" descr="C0-HD-BTM.png"/>
          <p:cNvPicPr/>
          <p:nvPr/>
        </p:nvPicPr>
        <p:blipFill>
          <a:blip r:embed="rId3"/>
          <a:stretch/>
        </p:blipFill>
        <p:spPr>
          <a:xfrm>
            <a:off x="0" y="3548880"/>
            <a:ext cx="9143640" cy="2013480"/>
          </a:xfrm>
          <a:prstGeom prst="rect">
            <a:avLst/>
          </a:prstGeom>
          <a:noFill/>
          <a:ln w="0">
            <a:noFill/>
          </a:ln>
        </p:spPr>
      </p:pic>
      <p:sp>
        <p:nvSpPr>
          <p:cNvPr id="154" name="PlaceHolder 1"/>
          <p:cNvSpPr>
            <a:spLocks noGrp="1"/>
          </p:cNvSpPr>
          <p:nvPr>
            <p:ph type="title"/>
          </p:nvPr>
        </p:nvSpPr>
        <p:spPr>
          <a:xfrm>
            <a:off x="514440" y="611280"/>
            <a:ext cx="8115120" cy="2272680"/>
          </a:xfrm>
          <a:prstGeom prst="rect">
            <a:avLst/>
          </a:prstGeom>
          <a:noFill/>
          <a:ln w="0">
            <a:noFill/>
          </a:ln>
        </p:spPr>
        <p:txBody>
          <a:bodyPr lIns="91440" rIns="91440" tIns="45720" bIns="45720" anchor="ctr">
            <a:noAutofit/>
          </a:bodyPr>
          <a:p>
            <a:pPr indent="0" defTabSz="685800">
              <a:lnSpc>
                <a:spcPct val="90000"/>
              </a:lnSpc>
              <a:buNone/>
            </a:pPr>
            <a:r>
              <a:rPr b="0" lang="en-US" sz="2400" strike="noStrike" u="none" cap="all">
                <a:solidFill>
                  <a:schemeClr val="lt1"/>
                </a:solidFill>
                <a:effectLst/>
                <a:uFillTx/>
                <a:latin typeface="Century Gothic"/>
              </a:rPr>
              <a:t>Click to edit Master title style</a:t>
            </a:r>
            <a:endParaRPr b="0" lang="en-US" sz="2400" strike="noStrike" u="none">
              <a:solidFill>
                <a:schemeClr val="lt1"/>
              </a:solidFill>
              <a:effectLst/>
              <a:uFillTx/>
              <a:latin typeface="Century Gothic"/>
            </a:endParaRPr>
          </a:p>
        </p:txBody>
      </p:sp>
      <p:sp>
        <p:nvSpPr>
          <p:cNvPr id="155" name="PlaceHolder 2"/>
          <p:cNvSpPr>
            <a:spLocks noGrp="1"/>
          </p:cNvSpPr>
          <p:nvPr>
            <p:ph type="body"/>
          </p:nvPr>
        </p:nvSpPr>
        <p:spPr>
          <a:xfrm>
            <a:off x="768240" y="2959920"/>
            <a:ext cx="7597440" cy="810000"/>
          </a:xfrm>
          <a:prstGeom prst="rect">
            <a:avLst/>
          </a:prstGeom>
          <a:noFill/>
          <a:ln w="0">
            <a:noFill/>
          </a:ln>
        </p:spPr>
        <p:txBody>
          <a:bodyPr lIns="91440" rIns="91440" tIns="45720" bIns="45720" anchor="ctr">
            <a:noAutofit/>
          </a:bodyPr>
          <a:p>
            <a:pPr indent="0" defTabSz="685800">
              <a:lnSpc>
                <a:spcPct val="90000"/>
              </a:lnSpc>
              <a:spcBef>
                <a:spcPts val="751"/>
              </a:spcBef>
              <a:buNone/>
              <a:tabLst>
                <a:tab algn="l" pos="0"/>
              </a:tabLst>
            </a:pPr>
            <a:r>
              <a:rPr b="0" lang="en-US" sz="1200" strike="noStrike" u="none">
                <a:solidFill>
                  <a:schemeClr val="lt1"/>
                </a:solidFill>
                <a:effectLst/>
                <a:uFillTx/>
                <a:latin typeface="Century Gothic"/>
              </a:rPr>
              <a:t>Click to edit Master text styles</a:t>
            </a:r>
            <a:endParaRPr b="0" lang="en-US" sz="1200" strike="noStrike" u="none">
              <a:solidFill>
                <a:schemeClr val="lt1"/>
              </a:solidFill>
              <a:effectLst/>
              <a:uFillTx/>
              <a:latin typeface="Century Gothic"/>
            </a:endParaRPr>
          </a:p>
        </p:txBody>
      </p:sp>
      <p:sp>
        <p:nvSpPr>
          <p:cNvPr id="156" name="PlaceHolder 3"/>
          <p:cNvSpPr>
            <a:spLocks noGrp="1"/>
          </p:cNvSpPr>
          <p:nvPr>
            <p:ph type="dt" idx="64"/>
          </p:nvPr>
        </p:nvSpPr>
        <p:spPr>
          <a:xfrm>
            <a:off x="5860800" y="30888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157" name="PlaceHolder 4"/>
          <p:cNvSpPr>
            <a:spLocks noGrp="1"/>
          </p:cNvSpPr>
          <p:nvPr>
            <p:ph type="ftr" idx="65"/>
          </p:nvPr>
        </p:nvSpPr>
        <p:spPr>
          <a:xfrm>
            <a:off x="514440" y="308160"/>
            <a:ext cx="524340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58" name="PlaceHolder 5"/>
          <p:cNvSpPr>
            <a:spLocks noGrp="1"/>
          </p:cNvSpPr>
          <p:nvPr>
            <p:ph type="sldNum" idx="66"/>
          </p:nvPr>
        </p:nvSpPr>
        <p:spPr>
          <a:xfrm>
            <a:off x="8146800" y="308880"/>
            <a:ext cx="48240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D987876B-9C1A-4CB1-BBA4-B9B52C8F505E}"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bg>
      <p:bgPr>
        <a:solidFill>
          <a:srgbClr val="000000"/>
        </a:solidFill>
      </p:bgPr>
    </p:bg>
    <p:spTree>
      <p:nvGrpSpPr>
        <p:cNvPr id="1" name=""/>
        <p:cNvGrpSpPr/>
        <p:nvPr/>
      </p:nvGrpSpPr>
      <p:grpSpPr>
        <a:xfrm>
          <a:off x="0" y="0"/>
          <a:ext cx="0" cy="0"/>
          <a:chOff x="0" y="0"/>
          <a:chExt cx="0" cy="0"/>
        </a:xfrm>
      </p:grpSpPr>
      <p:pic>
        <p:nvPicPr>
          <p:cNvPr id="159" name="Picture 6" descr="C0-HD-TOP.png"/>
          <p:cNvPicPr/>
          <p:nvPr/>
        </p:nvPicPr>
        <p:blipFill>
          <a:blip r:embed="rId2"/>
          <a:stretch/>
        </p:blipFill>
        <p:spPr>
          <a:xfrm>
            <a:off x="0" y="0"/>
            <a:ext cx="9143640" cy="1168920"/>
          </a:xfrm>
          <a:prstGeom prst="rect">
            <a:avLst/>
          </a:prstGeom>
          <a:noFill/>
          <a:ln w="0">
            <a:noFill/>
          </a:ln>
        </p:spPr>
      </p:pic>
      <p:pic>
        <p:nvPicPr>
          <p:cNvPr id="160" name="Picture 12" descr="C0-HD-BTM.png"/>
          <p:cNvPicPr/>
          <p:nvPr/>
        </p:nvPicPr>
        <p:blipFill>
          <a:blip r:embed="rId3"/>
          <a:stretch/>
        </p:blipFill>
        <p:spPr>
          <a:xfrm>
            <a:off x="0" y="3548880"/>
            <a:ext cx="9143640" cy="2013480"/>
          </a:xfrm>
          <a:prstGeom prst="rect">
            <a:avLst/>
          </a:prstGeom>
          <a:noFill/>
          <a:ln w="0">
            <a:noFill/>
          </a:ln>
        </p:spPr>
      </p:pic>
      <p:sp>
        <p:nvSpPr>
          <p:cNvPr id="161" name="PlaceHolder 1"/>
          <p:cNvSpPr>
            <a:spLocks noGrp="1"/>
          </p:cNvSpPr>
          <p:nvPr>
            <p:ph type="title"/>
          </p:nvPr>
        </p:nvSpPr>
        <p:spPr>
          <a:xfrm>
            <a:off x="768240" y="611280"/>
            <a:ext cx="7613280" cy="2112120"/>
          </a:xfrm>
          <a:prstGeom prst="rect">
            <a:avLst/>
          </a:prstGeom>
          <a:noFill/>
          <a:ln w="0">
            <a:noFill/>
          </a:ln>
        </p:spPr>
        <p:txBody>
          <a:bodyPr lIns="91440" rIns="91440" tIns="45720" bIns="45720" anchor="ctr">
            <a:noAutofit/>
          </a:bodyPr>
          <a:p>
            <a:pPr indent="0" defTabSz="685800">
              <a:lnSpc>
                <a:spcPct val="90000"/>
              </a:lnSpc>
              <a:buNone/>
            </a:pPr>
            <a:r>
              <a:rPr b="0" lang="en-US" sz="2400" strike="noStrike" u="none" cap="all">
                <a:solidFill>
                  <a:schemeClr val="lt1"/>
                </a:solidFill>
                <a:effectLst/>
                <a:uFillTx/>
                <a:latin typeface="Century Gothic"/>
              </a:rPr>
              <a:t>Click to edit Master title style</a:t>
            </a:r>
            <a:endParaRPr b="0" lang="en-US" sz="2400" strike="noStrike" u="none">
              <a:solidFill>
                <a:schemeClr val="lt1"/>
              </a:solidFill>
              <a:effectLst/>
              <a:uFillTx/>
              <a:latin typeface="Century Gothic"/>
            </a:endParaRPr>
          </a:p>
        </p:txBody>
      </p:sp>
      <p:sp>
        <p:nvSpPr>
          <p:cNvPr id="162" name="PlaceHolder 2"/>
          <p:cNvSpPr>
            <a:spLocks noGrp="1"/>
          </p:cNvSpPr>
          <p:nvPr>
            <p:ph type="body"/>
          </p:nvPr>
        </p:nvSpPr>
        <p:spPr>
          <a:xfrm>
            <a:off x="977760" y="2729880"/>
            <a:ext cx="7194240" cy="360000"/>
          </a:xfrm>
          <a:prstGeom prst="rect">
            <a:avLst/>
          </a:prstGeom>
          <a:noFill/>
          <a:ln w="0">
            <a:noFill/>
          </a:ln>
        </p:spPr>
        <p:txBody>
          <a:bodyPr lIns="91440" rIns="91440" tIns="45720" bIns="45720" anchor="t">
            <a:normAutofit/>
          </a:bodyPr>
          <a:p>
            <a:pPr indent="0" defTabSz="685800">
              <a:lnSpc>
                <a:spcPct val="90000"/>
              </a:lnSpc>
              <a:spcBef>
                <a:spcPts val="751"/>
              </a:spcBef>
              <a:buNone/>
              <a:tabLst>
                <a:tab algn="l" pos="0"/>
              </a:tabLst>
            </a:pPr>
            <a:r>
              <a:rPr b="0" lang="en-US" sz="1050" strike="noStrike" u="none">
                <a:solidFill>
                  <a:schemeClr val="lt1"/>
                </a:solidFill>
                <a:effectLst/>
                <a:uFillTx/>
                <a:latin typeface="Century Gothic"/>
              </a:rPr>
              <a:t>Click to edit Master text styles</a:t>
            </a:r>
            <a:endParaRPr b="0" lang="en-US" sz="1050" strike="noStrike" u="none">
              <a:solidFill>
                <a:schemeClr val="lt1"/>
              </a:solidFill>
              <a:effectLst/>
              <a:uFillTx/>
              <a:latin typeface="Century Gothic"/>
            </a:endParaRPr>
          </a:p>
        </p:txBody>
      </p:sp>
      <p:sp>
        <p:nvSpPr>
          <p:cNvPr id="163" name="PlaceHolder 3"/>
          <p:cNvSpPr>
            <a:spLocks noGrp="1"/>
          </p:cNvSpPr>
          <p:nvPr>
            <p:ph type="body"/>
          </p:nvPr>
        </p:nvSpPr>
        <p:spPr>
          <a:xfrm>
            <a:off x="768240" y="3211920"/>
            <a:ext cx="7613280" cy="551160"/>
          </a:xfrm>
          <a:prstGeom prst="rect">
            <a:avLst/>
          </a:prstGeom>
          <a:noFill/>
          <a:ln w="0">
            <a:noFill/>
          </a:ln>
        </p:spPr>
        <p:txBody>
          <a:bodyPr lIns="91440" rIns="91440" tIns="45720" bIns="45720" anchor="ctr">
            <a:normAutofit/>
          </a:bodyPr>
          <a:p>
            <a:pPr indent="0" defTabSz="685800">
              <a:lnSpc>
                <a:spcPct val="90000"/>
              </a:lnSpc>
              <a:spcBef>
                <a:spcPts val="751"/>
              </a:spcBef>
              <a:buNone/>
              <a:tabLst>
                <a:tab algn="l" pos="0"/>
              </a:tabLst>
            </a:pPr>
            <a:r>
              <a:rPr b="0" lang="en-US" sz="1200" strike="noStrike" u="none">
                <a:solidFill>
                  <a:schemeClr val="lt1"/>
                </a:solidFill>
                <a:effectLst/>
                <a:uFillTx/>
                <a:latin typeface="Century Gothic"/>
              </a:rPr>
              <a:t>Click to edit Master text styles</a:t>
            </a:r>
            <a:endParaRPr b="0" lang="en-US" sz="1200" strike="noStrike" u="none">
              <a:solidFill>
                <a:schemeClr val="lt1"/>
              </a:solidFill>
              <a:effectLst/>
              <a:uFillTx/>
              <a:latin typeface="Century Gothic"/>
            </a:endParaRPr>
          </a:p>
        </p:txBody>
      </p:sp>
      <p:sp>
        <p:nvSpPr>
          <p:cNvPr id="164" name="PlaceHolder 4"/>
          <p:cNvSpPr>
            <a:spLocks noGrp="1"/>
          </p:cNvSpPr>
          <p:nvPr>
            <p:ph type="dt" idx="67"/>
          </p:nvPr>
        </p:nvSpPr>
        <p:spPr>
          <a:xfrm>
            <a:off x="5860800" y="30888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165" name="PlaceHolder 5"/>
          <p:cNvSpPr>
            <a:spLocks noGrp="1"/>
          </p:cNvSpPr>
          <p:nvPr>
            <p:ph type="ftr" idx="68"/>
          </p:nvPr>
        </p:nvSpPr>
        <p:spPr>
          <a:xfrm>
            <a:off x="514440" y="308160"/>
            <a:ext cx="524340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66" name="PlaceHolder 6"/>
          <p:cNvSpPr>
            <a:spLocks noGrp="1"/>
          </p:cNvSpPr>
          <p:nvPr>
            <p:ph type="sldNum" idx="69"/>
          </p:nvPr>
        </p:nvSpPr>
        <p:spPr>
          <a:xfrm>
            <a:off x="8146800" y="308880"/>
            <a:ext cx="48240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D6F21905-A233-45B1-9EF7-B51A563F5B94}"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
        <p:nvSpPr>
          <p:cNvPr id="167" name="TextBox 8"/>
          <p:cNvSpPr/>
          <p:nvPr/>
        </p:nvSpPr>
        <p:spPr>
          <a:xfrm>
            <a:off x="357120" y="757080"/>
            <a:ext cx="456840" cy="474120"/>
          </a:xfrm>
          <a:prstGeom prst="rect">
            <a:avLst/>
          </a:prstGeom>
          <a:noFill/>
          <a:ln w="0">
            <a:noFill/>
          </a:ln>
        </p:spPr>
        <p:style>
          <a:lnRef idx="0"/>
          <a:fillRef idx="0"/>
          <a:effectRef idx="0"/>
          <a:fontRef idx="minor"/>
        </p:style>
        <p:txBody>
          <a:bodyPr lIns="68760" rIns="68760" tIns="34200" bIns="34200" anchor="ctr">
            <a:noAutofit/>
          </a:bodyPr>
          <a:p>
            <a:pPr defTabSz="914400">
              <a:lnSpc>
                <a:spcPct val="100000"/>
              </a:lnSpc>
            </a:pPr>
            <a:r>
              <a:rPr b="0" lang="en-US" sz="6000" strike="noStrike" u="none" cap="all">
                <a:solidFill>
                  <a:schemeClr val="lt1"/>
                </a:solidFill>
                <a:effectLst/>
                <a:uFillTx/>
                <a:latin typeface="Century Gothic"/>
              </a:rPr>
              <a:t>“</a:t>
            </a:r>
            <a:endParaRPr b="0" lang="en-IN" sz="6000" strike="noStrike" u="none">
              <a:solidFill>
                <a:srgbClr val="ffffff"/>
              </a:solidFill>
              <a:effectLst/>
              <a:uFillTx/>
              <a:latin typeface="Arial"/>
            </a:endParaRPr>
          </a:p>
        </p:txBody>
      </p:sp>
      <p:sp>
        <p:nvSpPr>
          <p:cNvPr id="168" name="TextBox 9"/>
          <p:cNvSpPr/>
          <p:nvPr/>
        </p:nvSpPr>
        <p:spPr>
          <a:xfrm>
            <a:off x="8238240" y="2190960"/>
            <a:ext cx="456840" cy="474120"/>
          </a:xfrm>
          <a:prstGeom prst="rect">
            <a:avLst/>
          </a:prstGeom>
          <a:noFill/>
          <a:ln w="0">
            <a:noFill/>
          </a:ln>
        </p:spPr>
        <p:style>
          <a:lnRef idx="0"/>
          <a:fillRef idx="0"/>
          <a:effectRef idx="0"/>
          <a:fontRef idx="minor"/>
        </p:style>
        <p:txBody>
          <a:bodyPr lIns="68760" rIns="68760" tIns="34200" bIns="34200" anchor="ctr">
            <a:noAutofit/>
          </a:bodyPr>
          <a:p>
            <a:pPr algn="r" defTabSz="914400">
              <a:lnSpc>
                <a:spcPct val="100000"/>
              </a:lnSpc>
            </a:pPr>
            <a:r>
              <a:rPr b="0" lang="en-US" sz="6000" strike="noStrike" u="none" cap="all">
                <a:solidFill>
                  <a:schemeClr val="lt1"/>
                </a:solidFill>
                <a:effectLst/>
                <a:uFillTx/>
                <a:latin typeface="Century Gothic"/>
              </a:rPr>
              <a:t>”</a:t>
            </a:r>
            <a:endParaRPr b="0" lang="en-IN" sz="6000" strike="noStrike" u="none">
              <a:solidFill>
                <a:srgbClr val="ffffff"/>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solidFill>
          <a:srgbClr val="000000"/>
        </a:solidFill>
      </p:bgPr>
    </p:bg>
    <p:spTree>
      <p:nvGrpSpPr>
        <p:cNvPr id="1" name=""/>
        <p:cNvGrpSpPr/>
        <p:nvPr/>
      </p:nvGrpSpPr>
      <p:grpSpPr>
        <a:xfrm>
          <a:off x="0" y="0"/>
          <a:ext cx="0" cy="0"/>
          <a:chOff x="0" y="0"/>
          <a:chExt cx="0" cy="0"/>
        </a:xfrm>
      </p:grpSpPr>
      <p:pic>
        <p:nvPicPr>
          <p:cNvPr id="169" name="Picture 6" descr="C0-HD-TOP.png"/>
          <p:cNvPicPr/>
          <p:nvPr/>
        </p:nvPicPr>
        <p:blipFill>
          <a:blip r:embed="rId2"/>
          <a:stretch/>
        </p:blipFill>
        <p:spPr>
          <a:xfrm>
            <a:off x="0" y="0"/>
            <a:ext cx="9143640" cy="1168920"/>
          </a:xfrm>
          <a:prstGeom prst="rect">
            <a:avLst/>
          </a:prstGeom>
          <a:noFill/>
          <a:ln w="0">
            <a:noFill/>
          </a:ln>
        </p:spPr>
      </p:pic>
      <p:pic>
        <p:nvPicPr>
          <p:cNvPr id="170" name="Picture 8" descr="C0-HD-BTM.png"/>
          <p:cNvPicPr/>
          <p:nvPr/>
        </p:nvPicPr>
        <p:blipFill>
          <a:blip r:embed="rId3"/>
          <a:stretch/>
        </p:blipFill>
        <p:spPr>
          <a:xfrm>
            <a:off x="0" y="3548880"/>
            <a:ext cx="9143640" cy="2013480"/>
          </a:xfrm>
          <a:prstGeom prst="rect">
            <a:avLst/>
          </a:prstGeom>
          <a:noFill/>
          <a:ln w="0">
            <a:noFill/>
          </a:ln>
        </p:spPr>
      </p:pic>
      <p:sp>
        <p:nvSpPr>
          <p:cNvPr id="171" name="PlaceHolder 1"/>
          <p:cNvSpPr>
            <a:spLocks noGrp="1"/>
          </p:cNvSpPr>
          <p:nvPr>
            <p:ph type="title"/>
          </p:nvPr>
        </p:nvSpPr>
        <p:spPr>
          <a:xfrm>
            <a:off x="768240" y="912240"/>
            <a:ext cx="7609320" cy="2036880"/>
          </a:xfrm>
          <a:prstGeom prst="rect">
            <a:avLst/>
          </a:prstGeom>
          <a:noFill/>
          <a:ln w="0">
            <a:noFill/>
          </a:ln>
        </p:spPr>
        <p:txBody>
          <a:bodyPr lIns="91440" rIns="91440" tIns="45720" bIns="45720" anchor="b">
            <a:noAutofit/>
          </a:bodyPr>
          <a:p>
            <a:pPr indent="0" defTabSz="685800">
              <a:lnSpc>
                <a:spcPct val="90000"/>
              </a:lnSpc>
              <a:buNone/>
            </a:pPr>
            <a:r>
              <a:rPr b="0" lang="en-US" sz="2400" strike="noStrike" u="none" cap="all">
                <a:solidFill>
                  <a:schemeClr val="lt1"/>
                </a:solidFill>
                <a:effectLst/>
                <a:uFillTx/>
                <a:latin typeface="Century Gothic"/>
              </a:rPr>
              <a:t>Click to edit Master title style</a:t>
            </a:r>
            <a:endParaRPr b="0" lang="en-US" sz="2400" strike="noStrike" u="none">
              <a:solidFill>
                <a:schemeClr val="lt1"/>
              </a:solidFill>
              <a:effectLst/>
              <a:uFillTx/>
              <a:latin typeface="Century Gothic"/>
            </a:endParaRPr>
          </a:p>
        </p:txBody>
      </p:sp>
      <p:sp>
        <p:nvSpPr>
          <p:cNvPr id="172" name="PlaceHolder 2"/>
          <p:cNvSpPr>
            <a:spLocks noGrp="1"/>
          </p:cNvSpPr>
          <p:nvPr>
            <p:ph type="body"/>
          </p:nvPr>
        </p:nvSpPr>
        <p:spPr>
          <a:xfrm>
            <a:off x="768240" y="2959200"/>
            <a:ext cx="7608240" cy="810720"/>
          </a:xfrm>
          <a:prstGeom prst="rect">
            <a:avLst/>
          </a:prstGeom>
          <a:noFill/>
          <a:ln w="0">
            <a:noFill/>
          </a:ln>
        </p:spPr>
        <p:txBody>
          <a:bodyPr lIns="91440" rIns="91440" tIns="45720" bIns="45720" anchor="t">
            <a:noAutofit/>
          </a:bodyPr>
          <a:p>
            <a:pPr indent="0" defTabSz="685800">
              <a:lnSpc>
                <a:spcPct val="90000"/>
              </a:lnSpc>
              <a:spcBef>
                <a:spcPts val="751"/>
              </a:spcBef>
              <a:buNone/>
              <a:tabLst>
                <a:tab algn="l" pos="0"/>
              </a:tabLst>
            </a:pPr>
            <a:r>
              <a:rPr b="0" lang="en-US" sz="1200" strike="noStrike" u="none">
                <a:solidFill>
                  <a:schemeClr val="lt1"/>
                </a:solidFill>
                <a:effectLst/>
                <a:uFillTx/>
                <a:latin typeface="Century Gothic"/>
              </a:rPr>
              <a:t>Click to edit Master text styles</a:t>
            </a:r>
            <a:endParaRPr b="0" lang="en-US" sz="1200" strike="noStrike" u="none">
              <a:solidFill>
                <a:schemeClr val="lt1"/>
              </a:solidFill>
              <a:effectLst/>
              <a:uFillTx/>
              <a:latin typeface="Century Gothic"/>
            </a:endParaRPr>
          </a:p>
        </p:txBody>
      </p:sp>
      <p:sp>
        <p:nvSpPr>
          <p:cNvPr id="173" name="PlaceHolder 3"/>
          <p:cNvSpPr>
            <a:spLocks noGrp="1"/>
          </p:cNvSpPr>
          <p:nvPr>
            <p:ph type="dt" idx="70"/>
          </p:nvPr>
        </p:nvSpPr>
        <p:spPr>
          <a:xfrm>
            <a:off x="5860800" y="30744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174" name="PlaceHolder 4"/>
          <p:cNvSpPr>
            <a:spLocks noGrp="1"/>
          </p:cNvSpPr>
          <p:nvPr>
            <p:ph type="ftr" idx="71"/>
          </p:nvPr>
        </p:nvSpPr>
        <p:spPr>
          <a:xfrm>
            <a:off x="514440" y="307440"/>
            <a:ext cx="524340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75" name="PlaceHolder 5"/>
          <p:cNvSpPr>
            <a:spLocks noGrp="1"/>
          </p:cNvSpPr>
          <p:nvPr>
            <p:ph type="sldNum" idx="72"/>
          </p:nvPr>
        </p:nvSpPr>
        <p:spPr>
          <a:xfrm>
            <a:off x="8146800" y="308880"/>
            <a:ext cx="48240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AA6B1553-5DAF-4808-AAEF-1E8616AE5051}"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solidFill>
          <a:srgbClr val="000000"/>
        </a:solidFill>
      </p:bgPr>
    </p:bg>
    <p:spTree>
      <p:nvGrpSpPr>
        <p:cNvPr id="1" name=""/>
        <p:cNvGrpSpPr/>
        <p:nvPr/>
      </p:nvGrpSpPr>
      <p:grpSpPr>
        <a:xfrm>
          <a:off x="0" y="0"/>
          <a:ext cx="0" cy="0"/>
          <a:chOff x="0" y="0"/>
          <a:chExt cx="0" cy="0"/>
        </a:xfrm>
      </p:grpSpPr>
      <p:pic>
        <p:nvPicPr>
          <p:cNvPr id="176" name="Picture 6" descr="C0-HD-TOP.png"/>
          <p:cNvPicPr/>
          <p:nvPr/>
        </p:nvPicPr>
        <p:blipFill>
          <a:blip r:embed="rId2"/>
          <a:stretch/>
        </p:blipFill>
        <p:spPr>
          <a:xfrm>
            <a:off x="0" y="0"/>
            <a:ext cx="9143640" cy="1168920"/>
          </a:xfrm>
          <a:prstGeom prst="rect">
            <a:avLst/>
          </a:prstGeom>
          <a:noFill/>
          <a:ln w="0">
            <a:noFill/>
          </a:ln>
        </p:spPr>
      </p:pic>
      <p:sp>
        <p:nvSpPr>
          <p:cNvPr id="177" name="PlaceHolder 1"/>
          <p:cNvSpPr>
            <a:spLocks noGrp="1"/>
          </p:cNvSpPr>
          <p:nvPr>
            <p:ph type="title"/>
          </p:nvPr>
        </p:nvSpPr>
        <p:spPr>
          <a:xfrm>
            <a:off x="2171880" y="618120"/>
            <a:ext cx="6457680" cy="1057320"/>
          </a:xfrm>
          <a:prstGeom prst="rect">
            <a:avLst/>
          </a:prstGeom>
          <a:noFill/>
          <a:ln w="0">
            <a:noFill/>
          </a:ln>
        </p:spPr>
        <p:txBody>
          <a:bodyPr lIns="91440" rIns="91440" tIns="45720" bIns="45720" anchor="ctr">
            <a:noAutofit/>
          </a:bodyPr>
          <a:p>
            <a:pPr indent="0" algn="r"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178" name="PlaceHolder 2"/>
          <p:cNvSpPr>
            <a:spLocks noGrp="1"/>
          </p:cNvSpPr>
          <p:nvPr>
            <p:ph type="body"/>
          </p:nvPr>
        </p:nvSpPr>
        <p:spPr>
          <a:xfrm>
            <a:off x="514440" y="1785960"/>
            <a:ext cx="2592000" cy="500400"/>
          </a:xfrm>
          <a:prstGeom prst="rect">
            <a:avLst/>
          </a:prstGeom>
          <a:noFill/>
          <a:ln w="0">
            <a:noFill/>
          </a:ln>
        </p:spPr>
        <p:txBody>
          <a:bodyPr lIns="91440" rIns="91440" tIns="45720" bIns="45720" anchor="b">
            <a:noAutofit/>
          </a:bodyPr>
          <a:p>
            <a:pPr indent="0" defTabSz="685800">
              <a:lnSpc>
                <a:spcPct val="90000"/>
              </a:lnSpc>
              <a:spcBef>
                <a:spcPts val="751"/>
              </a:spcBef>
              <a:buNone/>
              <a:tabLst>
                <a:tab algn="l" pos="0"/>
              </a:tabLst>
            </a:pPr>
            <a:r>
              <a:rPr b="0" lang="en-US" sz="1800" strike="noStrike" u="none">
                <a:solidFill>
                  <a:schemeClr val="lt1"/>
                </a:solidFill>
                <a:effectLst/>
                <a:uFillTx/>
                <a:latin typeface="Century Gothic"/>
              </a:rPr>
              <a:t>Click to edit Master text styles</a:t>
            </a:r>
            <a:endParaRPr b="0" lang="en-US" sz="1800" strike="noStrike" u="none">
              <a:solidFill>
                <a:schemeClr val="lt1"/>
              </a:solidFill>
              <a:effectLst/>
              <a:uFillTx/>
              <a:latin typeface="Century Gothic"/>
            </a:endParaRPr>
          </a:p>
        </p:txBody>
      </p:sp>
      <p:sp>
        <p:nvSpPr>
          <p:cNvPr id="179" name="PlaceHolder 3"/>
          <p:cNvSpPr>
            <a:spLocks noGrp="1"/>
          </p:cNvSpPr>
          <p:nvPr>
            <p:ph type="body"/>
          </p:nvPr>
        </p:nvSpPr>
        <p:spPr>
          <a:xfrm>
            <a:off x="514440" y="2355840"/>
            <a:ext cx="2592000" cy="2687760"/>
          </a:xfrm>
          <a:prstGeom prst="rect">
            <a:avLst/>
          </a:prstGeom>
          <a:noFill/>
          <a:ln w="0">
            <a:noFill/>
          </a:ln>
        </p:spPr>
        <p:txBody>
          <a:bodyPr lIns="91440" rIns="91440" tIns="45720" bIns="45720" anchor="t">
            <a:normAutofit/>
          </a:bodyPr>
          <a:p>
            <a:pPr indent="0" defTabSz="685800">
              <a:lnSpc>
                <a:spcPct val="90000"/>
              </a:lnSpc>
              <a:spcBef>
                <a:spcPts val="751"/>
              </a:spcBef>
              <a:buNone/>
              <a:tabLst>
                <a:tab algn="l" pos="0"/>
              </a:tabLst>
            </a:pPr>
            <a:r>
              <a:rPr b="0" lang="en-US" sz="1050" strike="noStrike" u="none">
                <a:solidFill>
                  <a:schemeClr val="lt1"/>
                </a:solidFill>
                <a:effectLst/>
                <a:uFillTx/>
                <a:latin typeface="Century Gothic"/>
              </a:rPr>
              <a:t>Click to edit Master text styles</a:t>
            </a:r>
            <a:endParaRPr b="0" lang="en-US" sz="1050" strike="noStrike" u="none">
              <a:solidFill>
                <a:schemeClr val="lt1"/>
              </a:solidFill>
              <a:effectLst/>
              <a:uFillTx/>
              <a:latin typeface="Century Gothic"/>
            </a:endParaRPr>
          </a:p>
        </p:txBody>
      </p:sp>
      <p:sp>
        <p:nvSpPr>
          <p:cNvPr id="180" name="PlaceHolder 4"/>
          <p:cNvSpPr>
            <a:spLocks noGrp="1"/>
          </p:cNvSpPr>
          <p:nvPr>
            <p:ph type="body"/>
          </p:nvPr>
        </p:nvSpPr>
        <p:spPr>
          <a:xfrm>
            <a:off x="3276720" y="1785600"/>
            <a:ext cx="2592000" cy="507960"/>
          </a:xfrm>
          <a:prstGeom prst="rect">
            <a:avLst/>
          </a:prstGeom>
          <a:noFill/>
          <a:ln w="0">
            <a:noFill/>
          </a:ln>
        </p:spPr>
        <p:txBody>
          <a:bodyPr lIns="91440" rIns="91440" tIns="45720" bIns="45720" anchor="b">
            <a:noAutofit/>
          </a:bodyPr>
          <a:p>
            <a:pPr indent="0" defTabSz="685800">
              <a:lnSpc>
                <a:spcPct val="90000"/>
              </a:lnSpc>
              <a:spcBef>
                <a:spcPts val="751"/>
              </a:spcBef>
              <a:buNone/>
              <a:tabLst>
                <a:tab algn="l" pos="0"/>
              </a:tabLst>
            </a:pPr>
            <a:r>
              <a:rPr b="0" lang="en-US" sz="1800" strike="noStrike" u="none">
                <a:solidFill>
                  <a:schemeClr val="lt1"/>
                </a:solidFill>
                <a:effectLst/>
                <a:uFillTx/>
                <a:latin typeface="Century Gothic"/>
              </a:rPr>
              <a:t>Click to edit Master text styles</a:t>
            </a:r>
            <a:endParaRPr b="0" lang="en-US" sz="1800" strike="noStrike" u="none">
              <a:solidFill>
                <a:schemeClr val="lt1"/>
              </a:solidFill>
              <a:effectLst/>
              <a:uFillTx/>
              <a:latin typeface="Century Gothic"/>
            </a:endParaRPr>
          </a:p>
        </p:txBody>
      </p:sp>
      <p:sp>
        <p:nvSpPr>
          <p:cNvPr id="181" name="PlaceHolder 5"/>
          <p:cNvSpPr>
            <a:spLocks noGrp="1"/>
          </p:cNvSpPr>
          <p:nvPr>
            <p:ph type="body"/>
          </p:nvPr>
        </p:nvSpPr>
        <p:spPr>
          <a:xfrm>
            <a:off x="3275280" y="2355480"/>
            <a:ext cx="2592000" cy="2688120"/>
          </a:xfrm>
          <a:prstGeom prst="rect">
            <a:avLst/>
          </a:prstGeom>
          <a:noFill/>
          <a:ln w="0">
            <a:noFill/>
          </a:ln>
        </p:spPr>
        <p:txBody>
          <a:bodyPr lIns="91440" rIns="91440" tIns="45720" bIns="45720" anchor="t">
            <a:normAutofit/>
          </a:bodyPr>
          <a:p>
            <a:pPr indent="0" defTabSz="685800">
              <a:lnSpc>
                <a:spcPct val="90000"/>
              </a:lnSpc>
              <a:spcBef>
                <a:spcPts val="751"/>
              </a:spcBef>
              <a:buNone/>
              <a:tabLst>
                <a:tab algn="l" pos="0"/>
              </a:tabLst>
            </a:pPr>
            <a:r>
              <a:rPr b="0" lang="en-US" sz="1050" strike="noStrike" u="none">
                <a:solidFill>
                  <a:schemeClr val="lt1"/>
                </a:solidFill>
                <a:effectLst/>
                <a:uFillTx/>
                <a:latin typeface="Century Gothic"/>
              </a:rPr>
              <a:t>Click to edit Master text styles</a:t>
            </a:r>
            <a:endParaRPr b="0" lang="en-US" sz="1050" strike="noStrike" u="none">
              <a:solidFill>
                <a:schemeClr val="lt1"/>
              </a:solidFill>
              <a:effectLst/>
              <a:uFillTx/>
              <a:latin typeface="Century Gothic"/>
            </a:endParaRPr>
          </a:p>
        </p:txBody>
      </p:sp>
      <p:sp>
        <p:nvSpPr>
          <p:cNvPr id="182" name="PlaceHolder 6"/>
          <p:cNvSpPr>
            <a:spLocks noGrp="1"/>
          </p:cNvSpPr>
          <p:nvPr>
            <p:ph type="body"/>
          </p:nvPr>
        </p:nvSpPr>
        <p:spPr>
          <a:xfrm>
            <a:off x="6039000" y="1778760"/>
            <a:ext cx="2592000" cy="507960"/>
          </a:xfrm>
          <a:prstGeom prst="rect">
            <a:avLst/>
          </a:prstGeom>
          <a:noFill/>
          <a:ln w="0">
            <a:noFill/>
          </a:ln>
        </p:spPr>
        <p:txBody>
          <a:bodyPr lIns="91440" rIns="91440" tIns="45720" bIns="45720" anchor="b">
            <a:noAutofit/>
          </a:bodyPr>
          <a:p>
            <a:pPr indent="0" defTabSz="685800">
              <a:lnSpc>
                <a:spcPct val="90000"/>
              </a:lnSpc>
              <a:spcBef>
                <a:spcPts val="751"/>
              </a:spcBef>
              <a:buNone/>
              <a:tabLst>
                <a:tab algn="l" pos="0"/>
              </a:tabLst>
            </a:pPr>
            <a:r>
              <a:rPr b="0" lang="en-US" sz="1800" strike="noStrike" u="none">
                <a:solidFill>
                  <a:schemeClr val="lt1"/>
                </a:solidFill>
                <a:effectLst/>
                <a:uFillTx/>
                <a:latin typeface="Century Gothic"/>
              </a:rPr>
              <a:t>Click to edit Master text styles</a:t>
            </a:r>
            <a:endParaRPr b="0" lang="en-US" sz="1800" strike="noStrike" u="none">
              <a:solidFill>
                <a:schemeClr val="lt1"/>
              </a:solidFill>
              <a:effectLst/>
              <a:uFillTx/>
              <a:latin typeface="Century Gothic"/>
            </a:endParaRPr>
          </a:p>
        </p:txBody>
      </p:sp>
      <p:sp>
        <p:nvSpPr>
          <p:cNvPr id="183" name="PlaceHolder 7"/>
          <p:cNvSpPr>
            <a:spLocks noGrp="1"/>
          </p:cNvSpPr>
          <p:nvPr>
            <p:ph type="body"/>
          </p:nvPr>
        </p:nvSpPr>
        <p:spPr>
          <a:xfrm>
            <a:off x="6039000" y="2355840"/>
            <a:ext cx="2592000" cy="2687760"/>
          </a:xfrm>
          <a:prstGeom prst="rect">
            <a:avLst/>
          </a:prstGeom>
          <a:noFill/>
          <a:ln w="0">
            <a:noFill/>
          </a:ln>
        </p:spPr>
        <p:txBody>
          <a:bodyPr lIns="91440" rIns="91440" tIns="45720" bIns="45720" anchor="t">
            <a:normAutofit/>
          </a:bodyPr>
          <a:p>
            <a:pPr indent="0" defTabSz="685800">
              <a:lnSpc>
                <a:spcPct val="90000"/>
              </a:lnSpc>
              <a:spcBef>
                <a:spcPts val="751"/>
              </a:spcBef>
              <a:buNone/>
              <a:tabLst>
                <a:tab algn="l" pos="0"/>
              </a:tabLst>
            </a:pPr>
            <a:r>
              <a:rPr b="0" lang="en-US" sz="1050" strike="noStrike" u="none">
                <a:solidFill>
                  <a:schemeClr val="lt1"/>
                </a:solidFill>
                <a:effectLst/>
                <a:uFillTx/>
                <a:latin typeface="Century Gothic"/>
              </a:rPr>
              <a:t>Click to edit Master text styles</a:t>
            </a:r>
            <a:endParaRPr b="0" lang="en-US" sz="1050" strike="noStrike" u="none">
              <a:solidFill>
                <a:schemeClr val="lt1"/>
              </a:solidFill>
              <a:effectLst/>
              <a:uFillTx/>
              <a:latin typeface="Century Gothic"/>
            </a:endParaRPr>
          </a:p>
        </p:txBody>
      </p:sp>
      <p:sp>
        <p:nvSpPr>
          <p:cNvPr id="184" name="PlaceHolder 8"/>
          <p:cNvSpPr>
            <a:spLocks noGrp="1"/>
          </p:cNvSpPr>
          <p:nvPr>
            <p:ph type="dt" idx="73"/>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185" name="PlaceHolder 9"/>
          <p:cNvSpPr>
            <a:spLocks noGrp="1"/>
          </p:cNvSpPr>
          <p:nvPr>
            <p:ph type="ftr" idx="74"/>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86" name="PlaceHolder 10"/>
          <p:cNvSpPr>
            <a:spLocks noGrp="1"/>
          </p:cNvSpPr>
          <p:nvPr>
            <p:ph type="sldNum" idx="75"/>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759FFFCC-6B06-45B8-8301-DE7EBC5B3A86}"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
    <p:bg>
      <p:bgPr>
        <a:solidFill>
          <a:srgbClr val="000000"/>
        </a:solidFill>
      </p:bgPr>
    </p:bg>
    <p:spTree>
      <p:nvGrpSpPr>
        <p:cNvPr id="1" name=""/>
        <p:cNvGrpSpPr/>
        <p:nvPr/>
      </p:nvGrpSpPr>
      <p:grpSpPr>
        <a:xfrm>
          <a:off x="0" y="0"/>
          <a:ext cx="0" cy="0"/>
          <a:chOff x="0" y="0"/>
          <a:chExt cx="0" cy="0"/>
        </a:xfrm>
      </p:grpSpPr>
      <p:pic>
        <p:nvPicPr>
          <p:cNvPr id="187" name="Picture 6" descr="C0-HD-TOP.png"/>
          <p:cNvPicPr/>
          <p:nvPr/>
        </p:nvPicPr>
        <p:blipFill>
          <a:blip r:embed="rId2"/>
          <a:stretch/>
        </p:blipFill>
        <p:spPr>
          <a:xfrm>
            <a:off x="0" y="0"/>
            <a:ext cx="9143640" cy="1168920"/>
          </a:xfrm>
          <a:prstGeom prst="rect">
            <a:avLst/>
          </a:prstGeom>
          <a:noFill/>
          <a:ln w="0">
            <a:noFill/>
          </a:ln>
        </p:spPr>
      </p:pic>
      <p:sp>
        <p:nvSpPr>
          <p:cNvPr id="188" name="PlaceHolder 1"/>
          <p:cNvSpPr>
            <a:spLocks noGrp="1"/>
          </p:cNvSpPr>
          <p:nvPr>
            <p:ph type="title"/>
          </p:nvPr>
        </p:nvSpPr>
        <p:spPr>
          <a:xfrm>
            <a:off x="2171880" y="618120"/>
            <a:ext cx="6457680" cy="1050480"/>
          </a:xfrm>
          <a:prstGeom prst="rect">
            <a:avLst/>
          </a:prstGeom>
          <a:noFill/>
          <a:ln w="0">
            <a:noFill/>
          </a:ln>
        </p:spPr>
        <p:txBody>
          <a:bodyPr lIns="91440" rIns="91440" tIns="45720" bIns="45720" anchor="ctr">
            <a:noAutofit/>
          </a:bodyPr>
          <a:p>
            <a:pPr indent="0" algn="r"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189" name="PlaceHolder 2"/>
          <p:cNvSpPr>
            <a:spLocks noGrp="1"/>
          </p:cNvSpPr>
          <p:nvPr>
            <p:ph type="body"/>
          </p:nvPr>
        </p:nvSpPr>
        <p:spPr>
          <a:xfrm>
            <a:off x="516600" y="3399480"/>
            <a:ext cx="2588400" cy="553320"/>
          </a:xfrm>
          <a:prstGeom prst="rect">
            <a:avLst/>
          </a:prstGeom>
          <a:noFill/>
          <a:ln w="0">
            <a:noFill/>
          </a:ln>
        </p:spPr>
        <p:txBody>
          <a:bodyPr lIns="91440" rIns="91440" tIns="45720" bIns="45720" anchor="b">
            <a:noAutofit/>
          </a:bodyPr>
          <a:p>
            <a:pPr indent="0" defTabSz="685800">
              <a:lnSpc>
                <a:spcPct val="90000"/>
              </a:lnSpc>
              <a:spcBef>
                <a:spcPts val="751"/>
              </a:spcBef>
              <a:buNone/>
              <a:tabLst>
                <a:tab algn="l" pos="0"/>
              </a:tabLst>
            </a:pPr>
            <a:r>
              <a:rPr b="0" lang="en-US" sz="1800" strike="noStrike" u="none">
                <a:solidFill>
                  <a:schemeClr val="lt1"/>
                </a:solidFill>
                <a:effectLst/>
                <a:uFillTx/>
                <a:latin typeface="Century Gothic"/>
              </a:rPr>
              <a:t>Click to edit Master text styles</a:t>
            </a:r>
            <a:endParaRPr b="0" lang="en-US" sz="1800" strike="noStrike" u="none">
              <a:solidFill>
                <a:schemeClr val="lt1"/>
              </a:solidFill>
              <a:effectLst/>
              <a:uFillTx/>
              <a:latin typeface="Century Gothic"/>
            </a:endParaRPr>
          </a:p>
        </p:txBody>
      </p:sp>
      <p:sp>
        <p:nvSpPr>
          <p:cNvPr id="190" name="PlaceHolder 3"/>
          <p:cNvSpPr>
            <a:spLocks noGrp="1"/>
          </p:cNvSpPr>
          <p:nvPr>
            <p:ph type="body"/>
          </p:nvPr>
        </p:nvSpPr>
        <p:spPr>
          <a:xfrm>
            <a:off x="516600" y="1915920"/>
            <a:ext cx="2588400" cy="1235880"/>
          </a:xfrm>
          <a:prstGeom prst="rect">
            <a:avLst/>
          </a:prstGeom>
          <a:noFill/>
          <a:ln w="0">
            <a:noFill/>
          </a:ln>
          <a:effectLst>
            <a:outerShdw dist="50760" dir="5400000" blurRad="50760" rotWithShape="0">
              <a:srgbClr val="000000">
                <a:alpha val="43000"/>
              </a:srgbClr>
            </a:outerShdw>
          </a:effectLst>
        </p:spPr>
        <p:txBody>
          <a:bodyPr lIns="90000" rIns="90000" tIns="45000" bIns="45000" anchor="t">
            <a:normAutofit/>
          </a:bodyPr>
          <a:p>
            <a:pPr indent="0" algn="ctr" defTabSz="914400">
              <a:lnSpc>
                <a:spcPct val="100000"/>
              </a:lnSpc>
              <a:buNone/>
              <a:tabLst>
                <a:tab algn="l" pos="0"/>
              </a:tabLst>
            </a:pPr>
            <a:r>
              <a:rPr b="0" lang="en-US" sz="1200" strike="noStrike" u="none">
                <a:solidFill>
                  <a:schemeClr val="lt1"/>
                </a:solidFill>
                <a:effectLst/>
                <a:uFillTx/>
                <a:latin typeface="Century Gothic"/>
              </a:rPr>
              <a:t>Click icon to add picture</a:t>
            </a:r>
            <a:endParaRPr b="0" lang="en-US" sz="1200" strike="noStrike" u="none">
              <a:solidFill>
                <a:schemeClr val="lt1"/>
              </a:solidFill>
              <a:effectLst/>
              <a:uFillTx/>
              <a:latin typeface="Century Gothic"/>
            </a:endParaRPr>
          </a:p>
        </p:txBody>
      </p:sp>
      <p:sp>
        <p:nvSpPr>
          <p:cNvPr id="191" name="PlaceHolder 4"/>
          <p:cNvSpPr>
            <a:spLocks noGrp="1"/>
          </p:cNvSpPr>
          <p:nvPr>
            <p:ph type="body"/>
          </p:nvPr>
        </p:nvSpPr>
        <p:spPr>
          <a:xfrm>
            <a:off x="516600" y="3953160"/>
            <a:ext cx="2588400" cy="1090440"/>
          </a:xfrm>
          <a:prstGeom prst="rect">
            <a:avLst/>
          </a:prstGeom>
          <a:noFill/>
          <a:ln w="0">
            <a:noFill/>
          </a:ln>
        </p:spPr>
        <p:txBody>
          <a:bodyPr lIns="91440" rIns="91440" tIns="45720" bIns="45720" anchor="t">
            <a:normAutofit/>
          </a:bodyPr>
          <a:p>
            <a:pPr indent="0" defTabSz="685800">
              <a:lnSpc>
                <a:spcPct val="90000"/>
              </a:lnSpc>
              <a:spcBef>
                <a:spcPts val="751"/>
              </a:spcBef>
              <a:buNone/>
              <a:tabLst>
                <a:tab algn="l" pos="0"/>
              </a:tabLst>
            </a:pPr>
            <a:r>
              <a:rPr b="0" lang="en-US" sz="1050" strike="noStrike" u="none">
                <a:solidFill>
                  <a:schemeClr val="lt1"/>
                </a:solidFill>
                <a:effectLst/>
                <a:uFillTx/>
                <a:latin typeface="Century Gothic"/>
              </a:rPr>
              <a:t>Click to edit Master text styles</a:t>
            </a:r>
            <a:endParaRPr b="0" lang="en-US" sz="1050" strike="noStrike" u="none">
              <a:solidFill>
                <a:schemeClr val="lt1"/>
              </a:solidFill>
              <a:effectLst/>
              <a:uFillTx/>
              <a:latin typeface="Century Gothic"/>
            </a:endParaRPr>
          </a:p>
        </p:txBody>
      </p:sp>
      <p:sp>
        <p:nvSpPr>
          <p:cNvPr id="192" name="PlaceHolder 5"/>
          <p:cNvSpPr>
            <a:spLocks noGrp="1"/>
          </p:cNvSpPr>
          <p:nvPr>
            <p:ph type="body"/>
          </p:nvPr>
        </p:nvSpPr>
        <p:spPr>
          <a:xfrm>
            <a:off x="3280680" y="3399480"/>
            <a:ext cx="2586240" cy="553320"/>
          </a:xfrm>
          <a:prstGeom prst="rect">
            <a:avLst/>
          </a:prstGeom>
          <a:noFill/>
          <a:ln w="0">
            <a:noFill/>
          </a:ln>
        </p:spPr>
        <p:txBody>
          <a:bodyPr lIns="91440" rIns="91440" tIns="45720" bIns="45720" anchor="b">
            <a:noAutofit/>
          </a:bodyPr>
          <a:p>
            <a:pPr indent="0" defTabSz="685800">
              <a:lnSpc>
                <a:spcPct val="90000"/>
              </a:lnSpc>
              <a:spcBef>
                <a:spcPts val="751"/>
              </a:spcBef>
              <a:buNone/>
              <a:tabLst>
                <a:tab algn="l" pos="0"/>
              </a:tabLst>
            </a:pPr>
            <a:r>
              <a:rPr b="0" lang="en-US" sz="1800" strike="noStrike" u="none">
                <a:solidFill>
                  <a:schemeClr val="lt1"/>
                </a:solidFill>
                <a:effectLst/>
                <a:uFillTx/>
                <a:latin typeface="Century Gothic"/>
              </a:rPr>
              <a:t>Click to edit Master text styles</a:t>
            </a:r>
            <a:endParaRPr b="0" lang="en-US" sz="1800" strike="noStrike" u="none">
              <a:solidFill>
                <a:schemeClr val="lt1"/>
              </a:solidFill>
              <a:effectLst/>
              <a:uFillTx/>
              <a:latin typeface="Century Gothic"/>
            </a:endParaRPr>
          </a:p>
        </p:txBody>
      </p:sp>
      <p:sp>
        <p:nvSpPr>
          <p:cNvPr id="193" name="PlaceHolder 6"/>
          <p:cNvSpPr>
            <a:spLocks noGrp="1"/>
          </p:cNvSpPr>
          <p:nvPr>
            <p:ph type="body"/>
          </p:nvPr>
        </p:nvSpPr>
        <p:spPr>
          <a:xfrm>
            <a:off x="3280680" y="1915920"/>
            <a:ext cx="2586240" cy="1235880"/>
          </a:xfrm>
          <a:prstGeom prst="rect">
            <a:avLst/>
          </a:prstGeom>
          <a:noFill/>
          <a:ln w="0">
            <a:noFill/>
          </a:ln>
          <a:effectLst>
            <a:outerShdw dist="50760" dir="5400000" blurRad="50760" rotWithShape="0">
              <a:srgbClr val="000000">
                <a:alpha val="43000"/>
              </a:srgbClr>
            </a:outerShdw>
          </a:effectLst>
        </p:spPr>
        <p:txBody>
          <a:bodyPr lIns="90000" rIns="90000" tIns="45000" bIns="45000" anchor="t">
            <a:normAutofit/>
          </a:bodyPr>
          <a:p>
            <a:pPr indent="0" algn="ctr" defTabSz="914400">
              <a:lnSpc>
                <a:spcPct val="100000"/>
              </a:lnSpc>
              <a:buNone/>
              <a:tabLst>
                <a:tab algn="l" pos="0"/>
              </a:tabLst>
            </a:pPr>
            <a:r>
              <a:rPr b="0" lang="en-US" sz="1200" strike="noStrike" u="none">
                <a:solidFill>
                  <a:schemeClr val="lt1"/>
                </a:solidFill>
                <a:effectLst/>
                <a:uFillTx/>
                <a:latin typeface="Century Gothic"/>
              </a:rPr>
              <a:t>Click icon to add picture</a:t>
            </a:r>
            <a:endParaRPr b="0" lang="en-US" sz="1200" strike="noStrike" u="none">
              <a:solidFill>
                <a:schemeClr val="lt1"/>
              </a:solidFill>
              <a:effectLst/>
              <a:uFillTx/>
              <a:latin typeface="Century Gothic"/>
            </a:endParaRPr>
          </a:p>
        </p:txBody>
      </p:sp>
      <p:sp>
        <p:nvSpPr>
          <p:cNvPr id="194" name="PlaceHolder 7"/>
          <p:cNvSpPr>
            <a:spLocks noGrp="1"/>
          </p:cNvSpPr>
          <p:nvPr>
            <p:ph type="body"/>
          </p:nvPr>
        </p:nvSpPr>
        <p:spPr>
          <a:xfrm>
            <a:off x="3280680" y="3953160"/>
            <a:ext cx="2586240" cy="1090440"/>
          </a:xfrm>
          <a:prstGeom prst="rect">
            <a:avLst/>
          </a:prstGeom>
          <a:noFill/>
          <a:ln w="0">
            <a:noFill/>
          </a:ln>
        </p:spPr>
        <p:txBody>
          <a:bodyPr lIns="91440" rIns="91440" tIns="45720" bIns="45720" anchor="t">
            <a:normAutofit/>
          </a:bodyPr>
          <a:p>
            <a:pPr indent="0" defTabSz="685800">
              <a:lnSpc>
                <a:spcPct val="90000"/>
              </a:lnSpc>
              <a:spcBef>
                <a:spcPts val="751"/>
              </a:spcBef>
              <a:buNone/>
              <a:tabLst>
                <a:tab algn="l" pos="0"/>
              </a:tabLst>
            </a:pPr>
            <a:r>
              <a:rPr b="0" lang="en-US" sz="1050" strike="noStrike" u="none">
                <a:solidFill>
                  <a:schemeClr val="lt1"/>
                </a:solidFill>
                <a:effectLst/>
                <a:uFillTx/>
                <a:latin typeface="Century Gothic"/>
              </a:rPr>
              <a:t>Click to edit Master text styles</a:t>
            </a:r>
            <a:endParaRPr b="0" lang="en-US" sz="1050" strike="noStrike" u="none">
              <a:solidFill>
                <a:schemeClr val="lt1"/>
              </a:solidFill>
              <a:effectLst/>
              <a:uFillTx/>
              <a:latin typeface="Century Gothic"/>
            </a:endParaRPr>
          </a:p>
        </p:txBody>
      </p:sp>
      <p:sp>
        <p:nvSpPr>
          <p:cNvPr id="195" name="PlaceHolder 8"/>
          <p:cNvSpPr>
            <a:spLocks noGrp="1"/>
          </p:cNvSpPr>
          <p:nvPr>
            <p:ph type="body"/>
          </p:nvPr>
        </p:nvSpPr>
        <p:spPr>
          <a:xfrm>
            <a:off x="6037200" y="3399480"/>
            <a:ext cx="2592000" cy="553320"/>
          </a:xfrm>
          <a:prstGeom prst="rect">
            <a:avLst/>
          </a:prstGeom>
          <a:noFill/>
          <a:ln w="0">
            <a:noFill/>
          </a:ln>
        </p:spPr>
        <p:txBody>
          <a:bodyPr lIns="91440" rIns="91440" tIns="45720" bIns="45720" anchor="b">
            <a:noAutofit/>
          </a:bodyPr>
          <a:p>
            <a:pPr indent="0" defTabSz="685800">
              <a:lnSpc>
                <a:spcPct val="90000"/>
              </a:lnSpc>
              <a:spcBef>
                <a:spcPts val="751"/>
              </a:spcBef>
              <a:buNone/>
              <a:tabLst>
                <a:tab algn="l" pos="0"/>
              </a:tabLst>
            </a:pPr>
            <a:r>
              <a:rPr b="0" lang="en-US" sz="1800" strike="noStrike" u="none">
                <a:solidFill>
                  <a:schemeClr val="lt1"/>
                </a:solidFill>
                <a:effectLst/>
                <a:uFillTx/>
                <a:latin typeface="Century Gothic"/>
              </a:rPr>
              <a:t>Click to edit Master text styles</a:t>
            </a:r>
            <a:endParaRPr b="0" lang="en-US" sz="1800" strike="noStrike" u="none">
              <a:solidFill>
                <a:schemeClr val="lt1"/>
              </a:solidFill>
              <a:effectLst/>
              <a:uFillTx/>
              <a:latin typeface="Century Gothic"/>
            </a:endParaRPr>
          </a:p>
        </p:txBody>
      </p:sp>
      <p:sp>
        <p:nvSpPr>
          <p:cNvPr id="196" name="PlaceHolder 9"/>
          <p:cNvSpPr>
            <a:spLocks noGrp="1"/>
          </p:cNvSpPr>
          <p:nvPr>
            <p:ph type="body"/>
          </p:nvPr>
        </p:nvSpPr>
        <p:spPr>
          <a:xfrm>
            <a:off x="6037560" y="1915920"/>
            <a:ext cx="2585520" cy="1235880"/>
          </a:xfrm>
          <a:prstGeom prst="rect">
            <a:avLst/>
          </a:prstGeom>
          <a:noFill/>
          <a:ln w="0">
            <a:noFill/>
          </a:ln>
          <a:effectLst>
            <a:outerShdw dist="50760" dir="5400000" blurRad="50760" rotWithShape="0">
              <a:srgbClr val="000000">
                <a:alpha val="43000"/>
              </a:srgbClr>
            </a:outerShdw>
          </a:effectLst>
        </p:spPr>
        <p:txBody>
          <a:bodyPr lIns="90000" rIns="90000" tIns="45000" bIns="45000" anchor="t">
            <a:normAutofit/>
          </a:bodyPr>
          <a:p>
            <a:pPr indent="0" algn="ctr" defTabSz="914400">
              <a:lnSpc>
                <a:spcPct val="100000"/>
              </a:lnSpc>
              <a:buNone/>
              <a:tabLst>
                <a:tab algn="l" pos="0"/>
              </a:tabLst>
            </a:pPr>
            <a:r>
              <a:rPr b="0" lang="en-US" sz="1200" strike="noStrike" u="none">
                <a:solidFill>
                  <a:schemeClr val="lt1"/>
                </a:solidFill>
                <a:effectLst/>
                <a:uFillTx/>
                <a:latin typeface="Century Gothic"/>
              </a:rPr>
              <a:t>Click icon to add picture</a:t>
            </a:r>
            <a:endParaRPr b="0" lang="en-US" sz="1200" strike="noStrike" u="none">
              <a:solidFill>
                <a:schemeClr val="lt1"/>
              </a:solidFill>
              <a:effectLst/>
              <a:uFillTx/>
              <a:latin typeface="Century Gothic"/>
            </a:endParaRPr>
          </a:p>
        </p:txBody>
      </p:sp>
      <p:sp>
        <p:nvSpPr>
          <p:cNvPr id="197" name="PlaceHolder 10"/>
          <p:cNvSpPr>
            <a:spLocks noGrp="1"/>
          </p:cNvSpPr>
          <p:nvPr>
            <p:ph type="body"/>
          </p:nvPr>
        </p:nvSpPr>
        <p:spPr>
          <a:xfrm>
            <a:off x="6037200" y="3953160"/>
            <a:ext cx="2589120" cy="1090440"/>
          </a:xfrm>
          <a:prstGeom prst="rect">
            <a:avLst/>
          </a:prstGeom>
          <a:noFill/>
          <a:ln w="0">
            <a:noFill/>
          </a:ln>
        </p:spPr>
        <p:txBody>
          <a:bodyPr lIns="91440" rIns="91440" tIns="45720" bIns="45720" anchor="t">
            <a:normAutofit/>
          </a:bodyPr>
          <a:p>
            <a:pPr indent="0" defTabSz="685800">
              <a:lnSpc>
                <a:spcPct val="90000"/>
              </a:lnSpc>
              <a:spcBef>
                <a:spcPts val="751"/>
              </a:spcBef>
              <a:buNone/>
              <a:tabLst>
                <a:tab algn="l" pos="0"/>
              </a:tabLst>
            </a:pPr>
            <a:r>
              <a:rPr b="0" lang="en-US" sz="1050" strike="noStrike" u="none">
                <a:solidFill>
                  <a:schemeClr val="lt1"/>
                </a:solidFill>
                <a:effectLst/>
                <a:uFillTx/>
                <a:latin typeface="Century Gothic"/>
              </a:rPr>
              <a:t>Click to edit Master text styles</a:t>
            </a:r>
            <a:endParaRPr b="0" lang="en-US" sz="1050" strike="noStrike" u="none">
              <a:solidFill>
                <a:schemeClr val="lt1"/>
              </a:solidFill>
              <a:effectLst/>
              <a:uFillTx/>
              <a:latin typeface="Century Gothic"/>
            </a:endParaRPr>
          </a:p>
        </p:txBody>
      </p:sp>
      <p:sp>
        <p:nvSpPr>
          <p:cNvPr id="198" name="PlaceHolder 11"/>
          <p:cNvSpPr>
            <a:spLocks noGrp="1"/>
          </p:cNvSpPr>
          <p:nvPr>
            <p:ph type="dt" idx="76"/>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199" name="PlaceHolder 12"/>
          <p:cNvSpPr>
            <a:spLocks noGrp="1"/>
          </p:cNvSpPr>
          <p:nvPr>
            <p:ph type="ftr" idx="77"/>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00" name="PlaceHolder 13"/>
          <p:cNvSpPr>
            <a:spLocks noGrp="1"/>
          </p:cNvSpPr>
          <p:nvPr>
            <p:ph type="sldNum" idx="78"/>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D72D3DB4-39A5-4C9A-8C48-CD2AF3DA3A12}"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Default 7">
    <p:bg>
      <p:bgPr>
        <a:solidFill>
          <a:srgbClr val="000000"/>
        </a:solidFill>
      </p:bgPr>
    </p:bg>
    <p:spTree>
      <p:nvGrpSpPr>
        <p:cNvPr id="1" name=""/>
        <p:cNvGrpSpPr/>
        <p:nvPr/>
      </p:nvGrpSpPr>
      <p:grpSpPr>
        <a:xfrm>
          <a:off x="0" y="0"/>
          <a:ext cx="0" cy="0"/>
          <a:chOff x="0" y="0"/>
          <a:chExt cx="0" cy="0"/>
        </a:xfrm>
      </p:grpSpPr>
      <p:pic>
        <p:nvPicPr>
          <p:cNvPr id="201" name="Picture 6" descr="C0-HD-TOP.png"/>
          <p:cNvPicPr/>
          <p:nvPr/>
        </p:nvPicPr>
        <p:blipFill>
          <a:blip r:embed="rId2"/>
          <a:stretch/>
        </p:blipFill>
        <p:spPr>
          <a:xfrm>
            <a:off x="0" y="0"/>
            <a:ext cx="9143640" cy="1168920"/>
          </a:xfrm>
          <a:prstGeom prst="rect">
            <a:avLst/>
          </a:prstGeom>
          <a:noFill/>
          <a:ln w="0">
            <a:noFill/>
          </a:ln>
        </p:spPr>
      </p:pic>
      <p:sp>
        <p:nvSpPr>
          <p:cNvPr id="202" name="PlaceHolder 1"/>
          <p:cNvSpPr>
            <a:spLocks noGrp="1"/>
          </p:cNvSpPr>
          <p:nvPr>
            <p:ph type="title"/>
          </p:nvPr>
        </p:nvSpPr>
        <p:spPr>
          <a:xfrm>
            <a:off x="2171880" y="619920"/>
            <a:ext cx="6457680" cy="1048320"/>
          </a:xfrm>
          <a:prstGeom prst="rect">
            <a:avLst/>
          </a:prstGeom>
          <a:noFill/>
          <a:ln w="0">
            <a:noFill/>
          </a:ln>
        </p:spPr>
        <p:txBody>
          <a:bodyPr lIns="91440" rIns="91440" tIns="45720" bIns="45720" anchor="ctr">
            <a:noAutofit/>
          </a:bodyPr>
          <a:p>
            <a:pPr indent="0" algn="r"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203" name="PlaceHolder 2"/>
          <p:cNvSpPr>
            <a:spLocks noGrp="1"/>
          </p:cNvSpPr>
          <p:nvPr>
            <p:ph type="body"/>
          </p:nvPr>
        </p:nvSpPr>
        <p:spPr>
          <a:xfrm>
            <a:off x="514440" y="1780200"/>
            <a:ext cx="8115120" cy="3263760"/>
          </a:xfrm>
          <a:prstGeom prst="rect">
            <a:avLst/>
          </a:prstGeom>
          <a:noFill/>
          <a:ln w="0">
            <a:noFill/>
          </a:ln>
        </p:spPr>
        <p:txBody>
          <a:bodyPr lIns="91440" rIns="91440" tIns="45720" bIns="45720" anchor="t" vert="eaVert">
            <a:noAutofit/>
          </a:bodyPr>
          <a:p>
            <a:pPr marL="171360" indent="-171360" defTabSz="685800">
              <a:lnSpc>
                <a:spcPct val="90000"/>
              </a:lnSpc>
              <a:spcBef>
                <a:spcPts val="751"/>
              </a:spcBef>
              <a:buClr>
                <a:srgbClr val="ffffff"/>
              </a:buClr>
              <a:buFont typeface="Arial"/>
              <a:buChar char="•"/>
            </a:pPr>
            <a:r>
              <a:rPr b="0" lang="en-US" sz="1650" strike="noStrike" u="none">
                <a:solidFill>
                  <a:schemeClr val="lt1"/>
                </a:solidFill>
                <a:effectLst/>
                <a:uFillTx/>
                <a:latin typeface="Century Gothic"/>
              </a:rPr>
              <a:t>Click to edit Master text styles</a:t>
            </a:r>
            <a:endParaRPr b="0" lang="en-US" sz="1650" strike="noStrike" u="none">
              <a:solidFill>
                <a:schemeClr val="lt1"/>
              </a:solidFill>
              <a:effectLst/>
              <a:uFillTx/>
              <a:latin typeface="Century Gothic"/>
            </a:endParaRPr>
          </a:p>
          <a:p>
            <a:pPr lvl="1" marL="514440" indent="-171360" defTabSz="685800">
              <a:lnSpc>
                <a:spcPct val="90000"/>
              </a:lnSpc>
              <a:spcBef>
                <a:spcPts val="374"/>
              </a:spcBef>
              <a:buClr>
                <a:srgbClr val="ffffff"/>
              </a:buClr>
              <a:buFont typeface="Arial"/>
              <a:buChar char="•"/>
            </a:pPr>
            <a:r>
              <a:rPr b="0" lang="en-US" sz="1500" strike="noStrike" u="none">
                <a:solidFill>
                  <a:schemeClr val="lt1"/>
                </a:solidFill>
                <a:effectLst/>
                <a:uFillTx/>
                <a:latin typeface="Century Gothic"/>
              </a:rPr>
              <a:t>Second level</a:t>
            </a:r>
            <a:endParaRPr b="0" lang="en-US" sz="1500" strike="noStrike" u="none">
              <a:solidFill>
                <a:schemeClr val="lt1"/>
              </a:solidFill>
              <a:effectLst/>
              <a:uFillTx/>
              <a:latin typeface="Century Gothic"/>
            </a:endParaRPr>
          </a:p>
          <a:p>
            <a:pPr lvl="2" marL="857160" indent="-171360" defTabSz="685800">
              <a:lnSpc>
                <a:spcPct val="90000"/>
              </a:lnSpc>
              <a:spcBef>
                <a:spcPts val="374"/>
              </a:spcBef>
              <a:buClr>
                <a:srgbClr val="ffffff"/>
              </a:buClr>
              <a:buFont typeface="Arial"/>
              <a:buChar char="•"/>
            </a:pPr>
            <a:r>
              <a:rPr b="0" lang="en-US" sz="1350" strike="noStrike" u="none">
                <a:solidFill>
                  <a:schemeClr val="lt1"/>
                </a:solidFill>
                <a:effectLst/>
                <a:uFillTx/>
                <a:latin typeface="Century Gothic"/>
              </a:rPr>
              <a:t>Third level</a:t>
            </a:r>
            <a:endParaRPr b="0" lang="en-US" sz="1350" strike="noStrike" u="none">
              <a:solidFill>
                <a:schemeClr val="lt1"/>
              </a:solidFill>
              <a:effectLst/>
              <a:uFillTx/>
              <a:latin typeface="Century Gothic"/>
            </a:endParaRPr>
          </a:p>
          <a:p>
            <a:pPr lvl="3" marL="120024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Fourth level</a:t>
            </a:r>
            <a:endParaRPr b="0" lang="en-US" sz="1200" strike="noStrike" u="none">
              <a:solidFill>
                <a:schemeClr val="lt1"/>
              </a:solidFill>
              <a:effectLst/>
              <a:uFillTx/>
              <a:latin typeface="Century Gothic"/>
            </a:endParaRPr>
          </a:p>
          <a:p>
            <a:pPr lvl="4" marL="154296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Fifth level</a:t>
            </a:r>
            <a:endParaRPr b="0" lang="en-US" sz="1200" strike="noStrike" u="none">
              <a:solidFill>
                <a:schemeClr val="lt1"/>
              </a:solidFill>
              <a:effectLst/>
              <a:uFillTx/>
              <a:latin typeface="Century Gothic"/>
            </a:endParaRPr>
          </a:p>
        </p:txBody>
      </p:sp>
      <p:sp>
        <p:nvSpPr>
          <p:cNvPr id="204" name="PlaceHolder 3"/>
          <p:cNvSpPr>
            <a:spLocks noGrp="1"/>
          </p:cNvSpPr>
          <p:nvPr>
            <p:ph type="dt" idx="79"/>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205" name="PlaceHolder 4"/>
          <p:cNvSpPr>
            <a:spLocks noGrp="1"/>
          </p:cNvSpPr>
          <p:nvPr>
            <p:ph type="ftr" idx="80"/>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06" name="PlaceHolder 5"/>
          <p:cNvSpPr>
            <a:spLocks noGrp="1"/>
          </p:cNvSpPr>
          <p:nvPr>
            <p:ph type="sldNum" idx="81"/>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0C08A801-BD9E-457B-9315-0C3ED4246819}"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Default 8">
    <p:bg>
      <p:bgPr>
        <a:solidFill>
          <a:srgbClr val="000000"/>
        </a:solidFill>
      </p:bgPr>
    </p:bg>
    <p:spTree>
      <p:nvGrpSpPr>
        <p:cNvPr id="1" name=""/>
        <p:cNvGrpSpPr/>
        <p:nvPr/>
      </p:nvGrpSpPr>
      <p:grpSpPr>
        <a:xfrm>
          <a:off x="0" y="0"/>
          <a:ext cx="0" cy="0"/>
          <a:chOff x="0" y="0"/>
          <a:chExt cx="0" cy="0"/>
        </a:xfrm>
      </p:grpSpPr>
      <p:pic>
        <p:nvPicPr>
          <p:cNvPr id="207" name="Picture 6" descr="C0-HD-TOP.png"/>
          <p:cNvPicPr/>
          <p:nvPr/>
        </p:nvPicPr>
        <p:blipFill>
          <a:blip r:embed="rId2"/>
          <a:stretch/>
        </p:blipFill>
        <p:spPr>
          <a:xfrm>
            <a:off x="0" y="0"/>
            <a:ext cx="9143640" cy="1168920"/>
          </a:xfrm>
          <a:prstGeom prst="rect">
            <a:avLst/>
          </a:prstGeom>
          <a:noFill/>
          <a:ln w="0">
            <a:noFill/>
          </a:ln>
        </p:spPr>
      </p:pic>
      <p:pic>
        <p:nvPicPr>
          <p:cNvPr id="208" name="Picture 7" descr="C0-HD-BTM.png"/>
          <p:cNvPicPr/>
          <p:nvPr/>
        </p:nvPicPr>
        <p:blipFill>
          <a:blip r:embed="rId3"/>
          <a:stretch/>
        </p:blipFill>
        <p:spPr>
          <a:xfrm>
            <a:off x="0" y="3548880"/>
            <a:ext cx="9143640" cy="2013480"/>
          </a:xfrm>
          <a:prstGeom prst="rect">
            <a:avLst/>
          </a:prstGeom>
          <a:noFill/>
          <a:ln w="0">
            <a:noFill/>
          </a:ln>
        </p:spPr>
      </p:pic>
      <p:sp>
        <p:nvSpPr>
          <p:cNvPr id="209" name="PlaceHolder 1"/>
          <p:cNvSpPr>
            <a:spLocks noGrp="1"/>
          </p:cNvSpPr>
          <p:nvPr>
            <p:ph type="title"/>
          </p:nvPr>
        </p:nvSpPr>
        <p:spPr>
          <a:xfrm>
            <a:off x="7086600" y="604440"/>
            <a:ext cx="1542600" cy="3165480"/>
          </a:xfrm>
          <a:prstGeom prst="rect">
            <a:avLst/>
          </a:prstGeom>
          <a:noFill/>
          <a:ln w="0">
            <a:noFill/>
          </a:ln>
        </p:spPr>
        <p:txBody>
          <a:bodyPr lIns="91440" rIns="91440" tIns="45720" bIns="45720" anchor="ctr" vert="eaVert">
            <a:noAutofit/>
          </a:bodyPr>
          <a:p>
            <a:pPr indent="0"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210" name="PlaceHolder 2"/>
          <p:cNvSpPr>
            <a:spLocks noGrp="1"/>
          </p:cNvSpPr>
          <p:nvPr>
            <p:ph type="body"/>
          </p:nvPr>
        </p:nvSpPr>
        <p:spPr>
          <a:xfrm>
            <a:off x="768240" y="604440"/>
            <a:ext cx="6152760" cy="3165480"/>
          </a:xfrm>
          <a:prstGeom prst="rect">
            <a:avLst/>
          </a:prstGeom>
          <a:noFill/>
          <a:ln w="0">
            <a:noFill/>
          </a:ln>
        </p:spPr>
        <p:txBody>
          <a:bodyPr lIns="91440" rIns="91440" tIns="45720" bIns="45720" anchor="t" vert="eaVert">
            <a:noAutofit/>
          </a:bodyPr>
          <a:p>
            <a:pPr marL="171360" indent="-171360" defTabSz="685800">
              <a:lnSpc>
                <a:spcPct val="90000"/>
              </a:lnSpc>
              <a:spcBef>
                <a:spcPts val="751"/>
              </a:spcBef>
              <a:buClr>
                <a:srgbClr val="ffffff"/>
              </a:buClr>
              <a:buFont typeface="Arial"/>
              <a:buChar char="•"/>
            </a:pPr>
            <a:r>
              <a:rPr b="0" lang="en-US" sz="1650" strike="noStrike" u="none">
                <a:solidFill>
                  <a:schemeClr val="lt1"/>
                </a:solidFill>
                <a:effectLst/>
                <a:uFillTx/>
                <a:latin typeface="Century Gothic"/>
              </a:rPr>
              <a:t>Click to edit Master text styles</a:t>
            </a:r>
            <a:endParaRPr b="0" lang="en-US" sz="1650" strike="noStrike" u="none">
              <a:solidFill>
                <a:schemeClr val="lt1"/>
              </a:solidFill>
              <a:effectLst/>
              <a:uFillTx/>
              <a:latin typeface="Century Gothic"/>
            </a:endParaRPr>
          </a:p>
          <a:p>
            <a:pPr lvl="1" marL="514440" indent="-171360" defTabSz="685800">
              <a:lnSpc>
                <a:spcPct val="90000"/>
              </a:lnSpc>
              <a:spcBef>
                <a:spcPts val="374"/>
              </a:spcBef>
              <a:buClr>
                <a:srgbClr val="ffffff"/>
              </a:buClr>
              <a:buFont typeface="Arial"/>
              <a:buChar char="•"/>
            </a:pPr>
            <a:r>
              <a:rPr b="0" lang="en-US" sz="1500" strike="noStrike" u="none">
                <a:solidFill>
                  <a:schemeClr val="lt1"/>
                </a:solidFill>
                <a:effectLst/>
                <a:uFillTx/>
                <a:latin typeface="Century Gothic"/>
              </a:rPr>
              <a:t>Second level</a:t>
            </a:r>
            <a:endParaRPr b="0" lang="en-US" sz="1500" strike="noStrike" u="none">
              <a:solidFill>
                <a:schemeClr val="lt1"/>
              </a:solidFill>
              <a:effectLst/>
              <a:uFillTx/>
              <a:latin typeface="Century Gothic"/>
            </a:endParaRPr>
          </a:p>
          <a:p>
            <a:pPr lvl="2" marL="857160" indent="-171360" defTabSz="685800">
              <a:lnSpc>
                <a:spcPct val="90000"/>
              </a:lnSpc>
              <a:spcBef>
                <a:spcPts val="374"/>
              </a:spcBef>
              <a:buClr>
                <a:srgbClr val="ffffff"/>
              </a:buClr>
              <a:buFont typeface="Arial"/>
              <a:buChar char="•"/>
            </a:pPr>
            <a:r>
              <a:rPr b="0" lang="en-US" sz="1350" strike="noStrike" u="none">
                <a:solidFill>
                  <a:schemeClr val="lt1"/>
                </a:solidFill>
                <a:effectLst/>
                <a:uFillTx/>
                <a:latin typeface="Century Gothic"/>
              </a:rPr>
              <a:t>Third level</a:t>
            </a:r>
            <a:endParaRPr b="0" lang="en-US" sz="1350" strike="noStrike" u="none">
              <a:solidFill>
                <a:schemeClr val="lt1"/>
              </a:solidFill>
              <a:effectLst/>
              <a:uFillTx/>
              <a:latin typeface="Century Gothic"/>
            </a:endParaRPr>
          </a:p>
          <a:p>
            <a:pPr lvl="3" marL="120024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Fourth level</a:t>
            </a:r>
            <a:endParaRPr b="0" lang="en-US" sz="1200" strike="noStrike" u="none">
              <a:solidFill>
                <a:schemeClr val="lt1"/>
              </a:solidFill>
              <a:effectLst/>
              <a:uFillTx/>
              <a:latin typeface="Century Gothic"/>
            </a:endParaRPr>
          </a:p>
          <a:p>
            <a:pPr lvl="4" marL="154296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Fifth level</a:t>
            </a:r>
            <a:endParaRPr b="0" lang="en-US" sz="1200" strike="noStrike" u="none">
              <a:solidFill>
                <a:schemeClr val="lt1"/>
              </a:solidFill>
              <a:effectLst/>
              <a:uFillTx/>
              <a:latin typeface="Century Gothic"/>
            </a:endParaRPr>
          </a:p>
        </p:txBody>
      </p:sp>
      <p:sp>
        <p:nvSpPr>
          <p:cNvPr id="211" name="PlaceHolder 3"/>
          <p:cNvSpPr>
            <a:spLocks noGrp="1"/>
          </p:cNvSpPr>
          <p:nvPr>
            <p:ph type="dt" idx="82"/>
          </p:nvPr>
        </p:nvSpPr>
        <p:spPr>
          <a:xfrm>
            <a:off x="5860800" y="3081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212" name="PlaceHolder 4"/>
          <p:cNvSpPr>
            <a:spLocks noGrp="1"/>
          </p:cNvSpPr>
          <p:nvPr>
            <p:ph type="ftr" idx="83"/>
          </p:nvPr>
        </p:nvSpPr>
        <p:spPr>
          <a:xfrm>
            <a:off x="514440" y="308880"/>
            <a:ext cx="524340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13" name="PlaceHolder 5"/>
          <p:cNvSpPr>
            <a:spLocks noGrp="1"/>
          </p:cNvSpPr>
          <p:nvPr>
            <p:ph type="sldNum" idx="84"/>
          </p:nvPr>
        </p:nvSpPr>
        <p:spPr>
          <a:xfrm>
            <a:off x="8146800" y="308880"/>
            <a:ext cx="48240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FDC8AE6C-F11F-490D-B00C-DCB762630E82}"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9">
    <p:bg>
      <p:bgPr>
        <a:solidFill>
          <a:srgbClr val="ffffff"/>
        </a:solidFill>
      </p:bgPr>
    </p:bg>
    <p:spTree>
      <p:nvGrpSpPr>
        <p:cNvPr id="1" name=""/>
        <p:cNvGrpSpPr/>
        <p:nvPr/>
      </p:nvGrpSpPr>
      <p:grpSpPr>
        <a:xfrm>
          <a:off x="0" y="0"/>
          <a:ext cx="0" cy="0"/>
          <a:chOff x="0" y="0"/>
          <a:chExt cx="0" cy="0"/>
        </a:xfrm>
      </p:grpSpPr>
      <p:pic>
        <p:nvPicPr>
          <p:cNvPr id="214" name="Picture 6" descr="C0-HD-TOP.png"/>
          <p:cNvPicPr/>
          <p:nvPr/>
        </p:nvPicPr>
        <p:blipFill>
          <a:blip r:embed="rId2"/>
          <a:stretch/>
        </p:blipFill>
        <p:spPr>
          <a:xfrm>
            <a:off x="0" y="0"/>
            <a:ext cx="9143640" cy="1168920"/>
          </a:xfrm>
          <a:prstGeom prst="rect">
            <a:avLst/>
          </a:prstGeom>
          <a:noFill/>
          <a:ln w="0">
            <a:noFill/>
          </a:ln>
        </p:spPr>
      </p:pic>
      <p:sp>
        <p:nvSpPr>
          <p:cNvPr id="215" name="PlaceHolder 1"/>
          <p:cNvSpPr>
            <a:spLocks noGrp="1"/>
          </p:cNvSpPr>
          <p:nvPr>
            <p:ph type="title"/>
          </p:nvPr>
        </p:nvSpPr>
        <p:spPr>
          <a:xfrm>
            <a:off x="457200" y="22212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trike="noStrike" u="none" cap="all">
                <a:solidFill>
                  <a:schemeClr val="dk1"/>
                </a:solidFill>
                <a:effectLst/>
                <a:uFillTx/>
                <a:latin typeface="Calibri"/>
              </a:rPr>
              <a:t>Click to edit Master title style</a:t>
            </a:r>
            <a:endParaRPr b="0" lang="en-US" sz="4400" strike="noStrike" u="none">
              <a:solidFill>
                <a:schemeClr val="lt1"/>
              </a:solidFill>
              <a:effectLst/>
              <a:uFillTx/>
              <a:latin typeface="Century Gothic"/>
            </a:endParaRPr>
          </a:p>
        </p:txBody>
      </p:sp>
      <p:sp>
        <p:nvSpPr>
          <p:cNvPr id="216" name="PlaceHolder 2"/>
          <p:cNvSpPr>
            <a:spLocks noGrp="1"/>
          </p:cNvSpPr>
          <p:nvPr>
            <p:ph type="body"/>
          </p:nvPr>
        </p:nvSpPr>
        <p:spPr>
          <a:xfrm>
            <a:off x="457200" y="1297080"/>
            <a:ext cx="8228880" cy="366984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lt1"/>
              </a:solidFill>
              <a:effectLst/>
              <a:uFillTx/>
              <a:latin typeface="Century Gothic"/>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lt1"/>
              </a:solidFill>
              <a:effectLst/>
              <a:uFillTx/>
              <a:latin typeface="Century Gothic"/>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lt1"/>
              </a:solidFill>
              <a:effectLst/>
              <a:uFillTx/>
              <a:latin typeface="Century Gothic"/>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lt1"/>
              </a:solidFill>
              <a:effectLst/>
              <a:uFillTx/>
              <a:latin typeface="Century Gothic"/>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lt1"/>
              </a:solidFill>
              <a:effectLst/>
              <a:uFillTx/>
              <a:latin typeface="Century Gothic"/>
            </a:endParaRPr>
          </a:p>
        </p:txBody>
      </p:sp>
      <p:sp>
        <p:nvSpPr>
          <p:cNvPr id="217" name="PlaceHolder 3"/>
          <p:cNvSpPr>
            <a:spLocks noGrp="1"/>
          </p:cNvSpPr>
          <p:nvPr>
            <p:ph type="dt" idx="85"/>
          </p:nvPr>
        </p:nvSpPr>
        <p:spPr>
          <a:xfrm>
            <a:off x="457200" y="5154480"/>
            <a:ext cx="2133000" cy="2955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IN" sz="1200" strike="noStrike" u="none">
              <a:solidFill>
                <a:srgbClr val="000000"/>
              </a:solidFill>
              <a:effectLst/>
              <a:uFillTx/>
              <a:latin typeface="Times New Roman"/>
            </a:endParaRPr>
          </a:p>
        </p:txBody>
      </p:sp>
      <p:sp>
        <p:nvSpPr>
          <p:cNvPr id="218" name="PlaceHolder 4"/>
          <p:cNvSpPr>
            <a:spLocks noGrp="1"/>
          </p:cNvSpPr>
          <p:nvPr>
            <p:ph type="ftr" idx="86"/>
          </p:nvPr>
        </p:nvSpPr>
        <p:spPr>
          <a:xfrm>
            <a:off x="3124080" y="5154480"/>
            <a:ext cx="2894760" cy="29556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IN" sz="1400" strike="noStrike" u="none">
                <a:solidFill>
                  <a:srgbClr val="000000"/>
                </a:solidFill>
                <a:effectLst/>
                <a:uFillTx/>
                <a:latin typeface="Times New Roman"/>
              </a:defRPr>
            </a:lvl1pPr>
          </a:lstStyle>
          <a:p>
            <a:pPr indent="0" algn="ctr" defTabSz="914400">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219" name="PlaceHolder 5"/>
          <p:cNvSpPr>
            <a:spLocks noGrp="1"/>
          </p:cNvSpPr>
          <p:nvPr>
            <p:ph type="sldNum" idx="87"/>
          </p:nvPr>
        </p:nvSpPr>
        <p:spPr>
          <a:xfrm>
            <a:off x="6553080" y="5154480"/>
            <a:ext cx="2133000" cy="2955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457200">
              <a:lnSpc>
                <a:spcPct val="100000"/>
              </a:lnSpc>
              <a:buNone/>
              <a:tabLst>
                <a:tab algn="l" pos="0"/>
              </a:tabLst>
            </a:pPr>
            <a:fld id="{7295D988-D5BA-4F1E-BFF1-CD6BE4434DD7}" type="slidenum">
              <a:rPr b="0" lang="en-US" sz="1200" strike="noStrike" u="none">
                <a:solidFill>
                  <a:schemeClr val="dk1">
                    <a:tint val="75000"/>
                  </a:schemeClr>
                </a:solidFill>
                <a:effectLst/>
                <a:uFillTx/>
                <a:latin typeface="Calibri"/>
              </a:rPr>
              <a:t>&lt;number&gt;</a:t>
            </a:fld>
            <a:endParaRPr b="0" lang="en-IN" sz="1200" strike="noStrike" u="none">
              <a:solidFill>
                <a:srgbClr val="000000"/>
              </a:solidFill>
              <a:effectLst/>
              <a:uFillTx/>
              <a:latin typeface="Times New Roman"/>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0">
    <p:bg>
      <p:bgPr>
        <a:solidFill>
          <a:srgbClr val="000000"/>
        </a:solidFill>
      </p:bgPr>
    </p:bg>
    <p:spTree>
      <p:nvGrpSpPr>
        <p:cNvPr id="1" name=""/>
        <p:cNvGrpSpPr/>
        <p:nvPr/>
      </p:nvGrpSpPr>
      <p:grpSpPr>
        <a:xfrm>
          <a:off x="0" y="0"/>
          <a:ext cx="0" cy="0"/>
          <a:chOff x="0" y="0"/>
          <a:chExt cx="0" cy="0"/>
        </a:xfrm>
      </p:grpSpPr>
      <p:pic>
        <p:nvPicPr>
          <p:cNvPr id="220" name="Picture 6" descr="C0-HD-TOP.png"/>
          <p:cNvPicPr/>
          <p:nvPr/>
        </p:nvPicPr>
        <p:blipFill>
          <a:blip r:embed="rId2"/>
          <a:stretch/>
        </p:blipFill>
        <p:spPr>
          <a:xfrm>
            <a:off x="0" y="0"/>
            <a:ext cx="9143640" cy="1168920"/>
          </a:xfrm>
          <a:prstGeom prst="rect">
            <a:avLst/>
          </a:prstGeom>
          <a:noFill/>
          <a:ln w="0">
            <a:noFill/>
          </a:ln>
        </p:spPr>
      </p:pic>
      <p:sp>
        <p:nvSpPr>
          <p:cNvPr id="221" name="PlaceHolder 1"/>
          <p:cNvSpPr>
            <a:spLocks noGrp="1"/>
          </p:cNvSpPr>
          <p:nvPr>
            <p:ph type="title"/>
          </p:nvPr>
        </p:nvSpPr>
        <p:spPr>
          <a:xfrm>
            <a:off x="2171880" y="619920"/>
            <a:ext cx="6457680" cy="1048320"/>
          </a:xfrm>
          <a:prstGeom prst="rect">
            <a:avLst/>
          </a:prstGeom>
          <a:noFill/>
          <a:ln w="0">
            <a:noFill/>
          </a:ln>
        </p:spPr>
        <p:txBody>
          <a:bodyPr lIns="91440" rIns="91440" tIns="45720" bIns="45720" anchor="ctr">
            <a:noAutofit/>
          </a:bodyPr>
          <a:p>
            <a:pPr indent="0" algn="r"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222" name="PlaceHolder 2"/>
          <p:cNvSpPr>
            <a:spLocks noGrp="1"/>
          </p:cNvSpPr>
          <p:nvPr>
            <p:ph type="body"/>
          </p:nvPr>
        </p:nvSpPr>
        <p:spPr>
          <a:xfrm>
            <a:off x="514440" y="1780200"/>
            <a:ext cx="8115120" cy="326376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ffffff"/>
              </a:buClr>
              <a:buFont typeface="Arial"/>
              <a:buChar char="•"/>
            </a:pPr>
            <a:r>
              <a:rPr b="0" lang="en-US" sz="1650" strike="noStrike" u="none">
                <a:solidFill>
                  <a:schemeClr val="lt1"/>
                </a:solidFill>
                <a:effectLst/>
                <a:uFillTx/>
                <a:latin typeface="Century Gothic"/>
              </a:rPr>
              <a:t>Click to edit Master text styles</a:t>
            </a:r>
            <a:endParaRPr b="0" lang="en-US" sz="1650" strike="noStrike" u="none">
              <a:solidFill>
                <a:schemeClr val="lt1"/>
              </a:solidFill>
              <a:effectLst/>
              <a:uFillTx/>
              <a:latin typeface="Century Gothic"/>
            </a:endParaRPr>
          </a:p>
          <a:p>
            <a:pPr lvl="1" marL="514440" indent="-171360" defTabSz="685800">
              <a:lnSpc>
                <a:spcPct val="90000"/>
              </a:lnSpc>
              <a:spcBef>
                <a:spcPts val="374"/>
              </a:spcBef>
              <a:buClr>
                <a:srgbClr val="ffffff"/>
              </a:buClr>
              <a:buFont typeface="Arial"/>
              <a:buChar char="•"/>
            </a:pPr>
            <a:r>
              <a:rPr b="0" lang="en-US" sz="1500" strike="noStrike" u="none">
                <a:solidFill>
                  <a:schemeClr val="lt1"/>
                </a:solidFill>
                <a:effectLst/>
                <a:uFillTx/>
                <a:latin typeface="Century Gothic"/>
              </a:rPr>
              <a:t>Second level</a:t>
            </a:r>
            <a:endParaRPr b="0" lang="en-US" sz="1500" strike="noStrike" u="none">
              <a:solidFill>
                <a:schemeClr val="lt1"/>
              </a:solidFill>
              <a:effectLst/>
              <a:uFillTx/>
              <a:latin typeface="Century Gothic"/>
            </a:endParaRPr>
          </a:p>
          <a:p>
            <a:pPr lvl="2" marL="857160" indent="-171360" defTabSz="685800">
              <a:lnSpc>
                <a:spcPct val="90000"/>
              </a:lnSpc>
              <a:spcBef>
                <a:spcPts val="374"/>
              </a:spcBef>
              <a:buClr>
                <a:srgbClr val="ffffff"/>
              </a:buClr>
              <a:buFont typeface="Arial"/>
              <a:buChar char="•"/>
            </a:pPr>
            <a:r>
              <a:rPr b="0" lang="en-US" sz="1350" strike="noStrike" u="none">
                <a:solidFill>
                  <a:schemeClr val="lt1"/>
                </a:solidFill>
                <a:effectLst/>
                <a:uFillTx/>
                <a:latin typeface="Century Gothic"/>
              </a:rPr>
              <a:t>Third level</a:t>
            </a:r>
            <a:endParaRPr b="0" lang="en-US" sz="1350" strike="noStrike" u="none">
              <a:solidFill>
                <a:schemeClr val="lt1"/>
              </a:solidFill>
              <a:effectLst/>
              <a:uFillTx/>
              <a:latin typeface="Century Gothic"/>
            </a:endParaRPr>
          </a:p>
          <a:p>
            <a:pPr lvl="3" marL="120024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Fourth level</a:t>
            </a:r>
            <a:endParaRPr b="0" lang="en-US" sz="1200" strike="noStrike" u="none">
              <a:solidFill>
                <a:schemeClr val="lt1"/>
              </a:solidFill>
              <a:effectLst/>
              <a:uFillTx/>
              <a:latin typeface="Century Gothic"/>
            </a:endParaRPr>
          </a:p>
          <a:p>
            <a:pPr lvl="4" marL="154296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Fifth level</a:t>
            </a:r>
            <a:endParaRPr b="0" lang="en-US" sz="1200" strike="noStrike" u="none">
              <a:solidFill>
                <a:schemeClr val="lt1"/>
              </a:solidFill>
              <a:effectLst/>
              <a:uFillTx/>
              <a:latin typeface="Century Gothic"/>
            </a:endParaRPr>
          </a:p>
        </p:txBody>
      </p:sp>
      <p:sp>
        <p:nvSpPr>
          <p:cNvPr id="223" name="PlaceHolder 3"/>
          <p:cNvSpPr>
            <a:spLocks noGrp="1"/>
          </p:cNvSpPr>
          <p:nvPr>
            <p:ph type="dt" idx="88"/>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224" name="PlaceHolder 4"/>
          <p:cNvSpPr>
            <a:spLocks noGrp="1"/>
          </p:cNvSpPr>
          <p:nvPr>
            <p:ph type="ftr" idx="89"/>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25" name="PlaceHolder 5"/>
          <p:cNvSpPr>
            <a:spLocks noGrp="1"/>
          </p:cNvSpPr>
          <p:nvPr>
            <p:ph type="sldNum" idx="90"/>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7656453F-355D-49B5-99AA-F3B724A960B5}"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1">
    <p:bg>
      <p:bgPr>
        <a:solidFill>
          <a:srgbClr val="000000"/>
        </a:solidFill>
      </p:bgPr>
    </p:bg>
    <p:spTree>
      <p:nvGrpSpPr>
        <p:cNvPr id="1" name=""/>
        <p:cNvGrpSpPr/>
        <p:nvPr/>
      </p:nvGrpSpPr>
      <p:grpSpPr>
        <a:xfrm>
          <a:off x="0" y="0"/>
          <a:ext cx="0" cy="0"/>
          <a:chOff x="0" y="0"/>
          <a:chExt cx="0" cy="0"/>
        </a:xfrm>
      </p:grpSpPr>
      <p:pic>
        <p:nvPicPr>
          <p:cNvPr id="226" name="Picture 6" descr="C0-HD-TOP.png"/>
          <p:cNvPicPr/>
          <p:nvPr/>
        </p:nvPicPr>
        <p:blipFill>
          <a:blip r:embed="rId2"/>
          <a:stretch/>
        </p:blipFill>
        <p:spPr>
          <a:xfrm>
            <a:off x="0" y="0"/>
            <a:ext cx="9143640" cy="1168920"/>
          </a:xfrm>
          <a:prstGeom prst="rect">
            <a:avLst/>
          </a:prstGeom>
          <a:noFill/>
          <a:ln w="0">
            <a:noFill/>
          </a:ln>
        </p:spPr>
      </p:pic>
      <p:pic>
        <p:nvPicPr>
          <p:cNvPr id="227" name="Picture 8" descr="C0-HD-BTM.png"/>
          <p:cNvPicPr/>
          <p:nvPr/>
        </p:nvPicPr>
        <p:blipFill>
          <a:blip r:embed="rId3"/>
          <a:stretch/>
        </p:blipFill>
        <p:spPr>
          <a:xfrm>
            <a:off x="0" y="3548880"/>
            <a:ext cx="9143640" cy="2013480"/>
          </a:xfrm>
          <a:prstGeom prst="rect">
            <a:avLst/>
          </a:prstGeom>
          <a:noFill/>
          <a:ln w="0">
            <a:noFill/>
          </a:ln>
        </p:spPr>
      </p:pic>
      <p:sp>
        <p:nvSpPr>
          <p:cNvPr id="228" name="PlaceHolder 1"/>
          <p:cNvSpPr>
            <a:spLocks noGrp="1"/>
          </p:cNvSpPr>
          <p:nvPr>
            <p:ph type="title"/>
          </p:nvPr>
        </p:nvSpPr>
        <p:spPr>
          <a:xfrm>
            <a:off x="514440" y="611280"/>
            <a:ext cx="8114760" cy="2272320"/>
          </a:xfrm>
          <a:prstGeom prst="rect">
            <a:avLst/>
          </a:prstGeom>
          <a:noFill/>
          <a:ln w="0">
            <a:noFill/>
          </a:ln>
        </p:spPr>
        <p:txBody>
          <a:bodyPr lIns="91440" rIns="91440" tIns="45720" bIns="45720" anchor="b">
            <a:normAutofit/>
          </a:bodyPr>
          <a:p>
            <a:pPr indent="0" algn="r"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229" name="PlaceHolder 2"/>
          <p:cNvSpPr>
            <a:spLocks noGrp="1"/>
          </p:cNvSpPr>
          <p:nvPr>
            <p:ph type="body"/>
          </p:nvPr>
        </p:nvSpPr>
        <p:spPr>
          <a:xfrm>
            <a:off x="768240" y="2953800"/>
            <a:ext cx="7867440" cy="774720"/>
          </a:xfrm>
          <a:prstGeom prst="rect">
            <a:avLst/>
          </a:prstGeom>
          <a:noFill/>
          <a:ln w="0">
            <a:noFill/>
          </a:ln>
        </p:spPr>
        <p:txBody>
          <a:bodyPr lIns="91440" rIns="91440" tIns="45720" bIns="45720" anchor="t">
            <a:normAutofit/>
          </a:bodyPr>
          <a:p>
            <a:pPr indent="0" algn="r" defTabSz="685800">
              <a:lnSpc>
                <a:spcPct val="90000"/>
              </a:lnSpc>
              <a:spcBef>
                <a:spcPts val="751"/>
              </a:spcBef>
              <a:buNone/>
              <a:tabLst>
                <a:tab algn="l" pos="0"/>
              </a:tabLst>
            </a:pPr>
            <a:r>
              <a:rPr b="0" lang="en-US" sz="1650" strike="noStrike" u="none">
                <a:solidFill>
                  <a:schemeClr val="lt1">
                    <a:tint val="75000"/>
                  </a:schemeClr>
                </a:solidFill>
                <a:effectLst/>
                <a:uFillTx/>
                <a:latin typeface="Century Gothic"/>
              </a:rPr>
              <a:t>Click to edit Master text styles</a:t>
            </a:r>
            <a:endParaRPr b="0" lang="en-US" sz="1650" strike="noStrike" u="none">
              <a:solidFill>
                <a:schemeClr val="lt1"/>
              </a:solidFill>
              <a:effectLst/>
              <a:uFillTx/>
              <a:latin typeface="Century Gothic"/>
            </a:endParaRPr>
          </a:p>
        </p:txBody>
      </p:sp>
      <p:sp>
        <p:nvSpPr>
          <p:cNvPr id="230" name="PlaceHolder 3"/>
          <p:cNvSpPr>
            <a:spLocks noGrp="1"/>
          </p:cNvSpPr>
          <p:nvPr>
            <p:ph type="dt" idx="91"/>
          </p:nvPr>
        </p:nvSpPr>
        <p:spPr>
          <a:xfrm>
            <a:off x="5860800" y="30888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231" name="PlaceHolder 4"/>
          <p:cNvSpPr>
            <a:spLocks noGrp="1"/>
          </p:cNvSpPr>
          <p:nvPr>
            <p:ph type="ftr" idx="92"/>
          </p:nvPr>
        </p:nvSpPr>
        <p:spPr>
          <a:xfrm>
            <a:off x="514440" y="308880"/>
            <a:ext cx="5243400" cy="29484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32" name="PlaceHolder 5"/>
          <p:cNvSpPr>
            <a:spLocks noGrp="1"/>
          </p:cNvSpPr>
          <p:nvPr>
            <p:ph type="sldNum" idx="93"/>
          </p:nvPr>
        </p:nvSpPr>
        <p:spPr>
          <a:xfrm>
            <a:off x="8146800" y="308880"/>
            <a:ext cx="48240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1B89466C-6E9B-4343-A3A2-861A244C8A56}"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2">
    <p:bg>
      <p:bgPr>
        <a:solidFill>
          <a:srgbClr val="000000"/>
        </a:solidFill>
      </p:bgPr>
    </p:bg>
    <p:spTree>
      <p:nvGrpSpPr>
        <p:cNvPr id="1" name=""/>
        <p:cNvGrpSpPr/>
        <p:nvPr/>
      </p:nvGrpSpPr>
      <p:grpSpPr>
        <a:xfrm>
          <a:off x="0" y="0"/>
          <a:ext cx="0" cy="0"/>
          <a:chOff x="0" y="0"/>
          <a:chExt cx="0" cy="0"/>
        </a:xfrm>
      </p:grpSpPr>
      <p:pic>
        <p:nvPicPr>
          <p:cNvPr id="233" name="Picture 6" descr="C0-HD-TOP.png"/>
          <p:cNvPicPr/>
          <p:nvPr/>
        </p:nvPicPr>
        <p:blipFill>
          <a:blip r:embed="rId2"/>
          <a:stretch/>
        </p:blipFill>
        <p:spPr>
          <a:xfrm>
            <a:off x="0" y="0"/>
            <a:ext cx="9143640" cy="1168920"/>
          </a:xfrm>
          <a:prstGeom prst="rect">
            <a:avLst/>
          </a:prstGeom>
          <a:noFill/>
          <a:ln w="0">
            <a:noFill/>
          </a:ln>
        </p:spPr>
      </p:pic>
      <p:sp>
        <p:nvSpPr>
          <p:cNvPr id="234" name="PlaceHolder 1"/>
          <p:cNvSpPr>
            <a:spLocks noGrp="1"/>
          </p:cNvSpPr>
          <p:nvPr>
            <p:ph type="title"/>
          </p:nvPr>
        </p:nvSpPr>
        <p:spPr>
          <a:xfrm>
            <a:off x="2171880" y="619920"/>
            <a:ext cx="6457680" cy="1048320"/>
          </a:xfrm>
          <a:prstGeom prst="rect">
            <a:avLst/>
          </a:prstGeom>
          <a:noFill/>
          <a:ln w="0">
            <a:noFill/>
          </a:ln>
        </p:spPr>
        <p:txBody>
          <a:bodyPr lIns="91440" rIns="91440" tIns="45720" bIns="45720" anchor="ctr">
            <a:noAutofit/>
          </a:bodyPr>
          <a:p>
            <a:pPr indent="0" algn="r"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235" name="PlaceHolder 2"/>
          <p:cNvSpPr>
            <a:spLocks noGrp="1"/>
          </p:cNvSpPr>
          <p:nvPr>
            <p:ph type="body"/>
          </p:nvPr>
        </p:nvSpPr>
        <p:spPr>
          <a:xfrm>
            <a:off x="514440" y="1780200"/>
            <a:ext cx="4000320" cy="326376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ffffff"/>
              </a:buClr>
              <a:buFont typeface="Arial"/>
              <a:buChar char="•"/>
            </a:pPr>
            <a:r>
              <a:rPr b="0" lang="en-US" sz="1650" strike="noStrike" u="none">
                <a:solidFill>
                  <a:schemeClr val="lt1"/>
                </a:solidFill>
                <a:effectLst/>
                <a:uFillTx/>
                <a:latin typeface="Century Gothic"/>
              </a:rPr>
              <a:t>Click to edit Master text styles</a:t>
            </a:r>
            <a:endParaRPr b="0" lang="en-US" sz="1650" strike="noStrike" u="none">
              <a:solidFill>
                <a:schemeClr val="lt1"/>
              </a:solidFill>
              <a:effectLst/>
              <a:uFillTx/>
              <a:latin typeface="Century Gothic"/>
            </a:endParaRPr>
          </a:p>
          <a:p>
            <a:pPr lvl="1" marL="514440" indent="-171360" defTabSz="685800">
              <a:lnSpc>
                <a:spcPct val="90000"/>
              </a:lnSpc>
              <a:spcBef>
                <a:spcPts val="374"/>
              </a:spcBef>
              <a:buClr>
                <a:srgbClr val="ffffff"/>
              </a:buClr>
              <a:buFont typeface="Arial"/>
              <a:buChar char="•"/>
            </a:pPr>
            <a:r>
              <a:rPr b="0" lang="en-US" sz="1500" strike="noStrike" u="none">
                <a:solidFill>
                  <a:schemeClr val="lt1"/>
                </a:solidFill>
                <a:effectLst/>
                <a:uFillTx/>
                <a:latin typeface="Century Gothic"/>
              </a:rPr>
              <a:t>Second level</a:t>
            </a:r>
            <a:endParaRPr b="0" lang="en-US" sz="1500" strike="noStrike" u="none">
              <a:solidFill>
                <a:schemeClr val="lt1"/>
              </a:solidFill>
              <a:effectLst/>
              <a:uFillTx/>
              <a:latin typeface="Century Gothic"/>
            </a:endParaRPr>
          </a:p>
          <a:p>
            <a:pPr lvl="2" marL="857160" indent="-171360" defTabSz="685800">
              <a:lnSpc>
                <a:spcPct val="90000"/>
              </a:lnSpc>
              <a:spcBef>
                <a:spcPts val="374"/>
              </a:spcBef>
              <a:buClr>
                <a:srgbClr val="ffffff"/>
              </a:buClr>
              <a:buFont typeface="Arial"/>
              <a:buChar char="•"/>
            </a:pPr>
            <a:r>
              <a:rPr b="0" lang="en-US" sz="1350" strike="noStrike" u="none">
                <a:solidFill>
                  <a:schemeClr val="lt1"/>
                </a:solidFill>
                <a:effectLst/>
                <a:uFillTx/>
                <a:latin typeface="Century Gothic"/>
              </a:rPr>
              <a:t>Third level</a:t>
            </a:r>
            <a:endParaRPr b="0" lang="en-US" sz="1350" strike="noStrike" u="none">
              <a:solidFill>
                <a:schemeClr val="lt1"/>
              </a:solidFill>
              <a:effectLst/>
              <a:uFillTx/>
              <a:latin typeface="Century Gothic"/>
            </a:endParaRPr>
          </a:p>
          <a:p>
            <a:pPr lvl="3" marL="120024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Fourth level</a:t>
            </a:r>
            <a:endParaRPr b="0" lang="en-US" sz="1200" strike="noStrike" u="none">
              <a:solidFill>
                <a:schemeClr val="lt1"/>
              </a:solidFill>
              <a:effectLst/>
              <a:uFillTx/>
              <a:latin typeface="Century Gothic"/>
            </a:endParaRPr>
          </a:p>
          <a:p>
            <a:pPr lvl="4" marL="154296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Fifth level</a:t>
            </a:r>
            <a:endParaRPr b="0" lang="en-US" sz="1200" strike="noStrike" u="none">
              <a:solidFill>
                <a:schemeClr val="lt1"/>
              </a:solidFill>
              <a:effectLst/>
              <a:uFillTx/>
              <a:latin typeface="Century Gothic"/>
            </a:endParaRPr>
          </a:p>
        </p:txBody>
      </p:sp>
      <p:sp>
        <p:nvSpPr>
          <p:cNvPr id="236" name="PlaceHolder 3"/>
          <p:cNvSpPr>
            <a:spLocks noGrp="1"/>
          </p:cNvSpPr>
          <p:nvPr>
            <p:ph type="body"/>
          </p:nvPr>
        </p:nvSpPr>
        <p:spPr>
          <a:xfrm>
            <a:off x="4629240" y="1780200"/>
            <a:ext cx="4000320" cy="326376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ffffff"/>
              </a:buClr>
              <a:buFont typeface="Arial"/>
              <a:buChar char="•"/>
            </a:pPr>
            <a:r>
              <a:rPr b="0" lang="en-US" sz="1650" strike="noStrike" u="none">
                <a:solidFill>
                  <a:schemeClr val="lt1"/>
                </a:solidFill>
                <a:effectLst/>
                <a:uFillTx/>
                <a:latin typeface="Century Gothic"/>
              </a:rPr>
              <a:t>Click to edit Master text styles</a:t>
            </a:r>
            <a:endParaRPr b="0" lang="en-US" sz="1650" strike="noStrike" u="none">
              <a:solidFill>
                <a:schemeClr val="lt1"/>
              </a:solidFill>
              <a:effectLst/>
              <a:uFillTx/>
              <a:latin typeface="Century Gothic"/>
            </a:endParaRPr>
          </a:p>
          <a:p>
            <a:pPr lvl="1" marL="514440" indent="-171360" defTabSz="685800">
              <a:lnSpc>
                <a:spcPct val="90000"/>
              </a:lnSpc>
              <a:spcBef>
                <a:spcPts val="374"/>
              </a:spcBef>
              <a:buClr>
                <a:srgbClr val="ffffff"/>
              </a:buClr>
              <a:buFont typeface="Arial"/>
              <a:buChar char="•"/>
            </a:pPr>
            <a:r>
              <a:rPr b="0" lang="en-US" sz="1500" strike="noStrike" u="none">
                <a:solidFill>
                  <a:schemeClr val="lt1"/>
                </a:solidFill>
                <a:effectLst/>
                <a:uFillTx/>
                <a:latin typeface="Century Gothic"/>
              </a:rPr>
              <a:t>Second level</a:t>
            </a:r>
            <a:endParaRPr b="0" lang="en-US" sz="1500" strike="noStrike" u="none">
              <a:solidFill>
                <a:schemeClr val="lt1"/>
              </a:solidFill>
              <a:effectLst/>
              <a:uFillTx/>
              <a:latin typeface="Century Gothic"/>
            </a:endParaRPr>
          </a:p>
          <a:p>
            <a:pPr lvl="2" marL="857160" indent="-171360" defTabSz="685800">
              <a:lnSpc>
                <a:spcPct val="90000"/>
              </a:lnSpc>
              <a:spcBef>
                <a:spcPts val="374"/>
              </a:spcBef>
              <a:buClr>
                <a:srgbClr val="ffffff"/>
              </a:buClr>
              <a:buFont typeface="Arial"/>
              <a:buChar char="•"/>
            </a:pPr>
            <a:r>
              <a:rPr b="0" lang="en-US" sz="1350" strike="noStrike" u="none">
                <a:solidFill>
                  <a:schemeClr val="lt1"/>
                </a:solidFill>
                <a:effectLst/>
                <a:uFillTx/>
                <a:latin typeface="Century Gothic"/>
              </a:rPr>
              <a:t>Third level</a:t>
            </a:r>
            <a:endParaRPr b="0" lang="en-US" sz="1350" strike="noStrike" u="none">
              <a:solidFill>
                <a:schemeClr val="lt1"/>
              </a:solidFill>
              <a:effectLst/>
              <a:uFillTx/>
              <a:latin typeface="Century Gothic"/>
            </a:endParaRPr>
          </a:p>
          <a:p>
            <a:pPr lvl="3" marL="120024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Fourth level</a:t>
            </a:r>
            <a:endParaRPr b="0" lang="en-US" sz="1200" strike="noStrike" u="none">
              <a:solidFill>
                <a:schemeClr val="lt1"/>
              </a:solidFill>
              <a:effectLst/>
              <a:uFillTx/>
              <a:latin typeface="Century Gothic"/>
            </a:endParaRPr>
          </a:p>
          <a:p>
            <a:pPr lvl="4" marL="154296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Fifth level</a:t>
            </a:r>
            <a:endParaRPr b="0" lang="en-US" sz="1200" strike="noStrike" u="none">
              <a:solidFill>
                <a:schemeClr val="lt1"/>
              </a:solidFill>
              <a:effectLst/>
              <a:uFillTx/>
              <a:latin typeface="Century Gothic"/>
            </a:endParaRPr>
          </a:p>
        </p:txBody>
      </p:sp>
      <p:sp>
        <p:nvSpPr>
          <p:cNvPr id="237" name="PlaceHolder 4"/>
          <p:cNvSpPr>
            <a:spLocks noGrp="1"/>
          </p:cNvSpPr>
          <p:nvPr>
            <p:ph type="dt" idx="94"/>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238" name="PlaceHolder 5"/>
          <p:cNvSpPr>
            <a:spLocks noGrp="1"/>
          </p:cNvSpPr>
          <p:nvPr>
            <p:ph type="ftr" idx="95"/>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39" name="PlaceHolder 6"/>
          <p:cNvSpPr>
            <a:spLocks noGrp="1"/>
          </p:cNvSpPr>
          <p:nvPr>
            <p:ph type="sldNum" idx="96"/>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55BFF86E-52BF-4B0E-8E52-BE19DF54F69A}"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3">
    <p:bg>
      <p:bgPr>
        <a:solidFill>
          <a:srgbClr val="000000"/>
        </a:solidFill>
      </p:bgPr>
    </p:bg>
    <p:spTree>
      <p:nvGrpSpPr>
        <p:cNvPr id="1" name=""/>
        <p:cNvGrpSpPr/>
        <p:nvPr/>
      </p:nvGrpSpPr>
      <p:grpSpPr>
        <a:xfrm>
          <a:off x="0" y="0"/>
          <a:ext cx="0" cy="0"/>
          <a:chOff x="0" y="0"/>
          <a:chExt cx="0" cy="0"/>
        </a:xfrm>
      </p:grpSpPr>
      <p:pic>
        <p:nvPicPr>
          <p:cNvPr id="240" name="Picture 6" descr="C0-HD-TOP.png"/>
          <p:cNvPicPr/>
          <p:nvPr/>
        </p:nvPicPr>
        <p:blipFill>
          <a:blip r:embed="rId2"/>
          <a:stretch/>
        </p:blipFill>
        <p:spPr>
          <a:xfrm>
            <a:off x="0" y="0"/>
            <a:ext cx="9143640" cy="1168920"/>
          </a:xfrm>
          <a:prstGeom prst="rect">
            <a:avLst/>
          </a:prstGeom>
          <a:noFill/>
          <a:ln w="0">
            <a:noFill/>
          </a:ln>
        </p:spPr>
      </p:pic>
      <p:sp>
        <p:nvSpPr>
          <p:cNvPr id="241" name="PlaceHolder 1"/>
          <p:cNvSpPr>
            <a:spLocks noGrp="1"/>
          </p:cNvSpPr>
          <p:nvPr>
            <p:ph type="title"/>
          </p:nvPr>
        </p:nvSpPr>
        <p:spPr>
          <a:xfrm>
            <a:off x="2171880" y="618120"/>
            <a:ext cx="6457680" cy="1050480"/>
          </a:xfrm>
          <a:prstGeom prst="rect">
            <a:avLst/>
          </a:prstGeom>
          <a:noFill/>
          <a:ln w="0">
            <a:noFill/>
          </a:ln>
        </p:spPr>
        <p:txBody>
          <a:bodyPr lIns="91440" rIns="91440" tIns="45720" bIns="45720" anchor="ctr">
            <a:noAutofit/>
          </a:bodyPr>
          <a:p>
            <a:pPr indent="0" algn="r"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242" name="PlaceHolder 2"/>
          <p:cNvSpPr>
            <a:spLocks noGrp="1"/>
          </p:cNvSpPr>
          <p:nvPr>
            <p:ph type="body"/>
          </p:nvPr>
        </p:nvSpPr>
        <p:spPr>
          <a:xfrm>
            <a:off x="685800" y="1771200"/>
            <a:ext cx="3809520" cy="667800"/>
          </a:xfrm>
          <a:prstGeom prst="rect">
            <a:avLst/>
          </a:prstGeom>
          <a:noFill/>
          <a:ln w="0">
            <a:noFill/>
          </a:ln>
        </p:spPr>
        <p:txBody>
          <a:bodyPr lIns="91440" rIns="91440" tIns="45720" bIns="45720" anchor="b">
            <a:normAutofit/>
          </a:bodyPr>
          <a:p>
            <a:pPr indent="0" defTabSz="685800">
              <a:lnSpc>
                <a:spcPct val="90000"/>
              </a:lnSpc>
              <a:spcBef>
                <a:spcPts val="751"/>
              </a:spcBef>
              <a:buNone/>
              <a:tabLst>
                <a:tab algn="l" pos="0"/>
              </a:tabLst>
            </a:pPr>
            <a:r>
              <a:rPr b="0" lang="en-US" sz="2100" strike="noStrike" u="none">
                <a:solidFill>
                  <a:schemeClr val="lt1"/>
                </a:solidFill>
                <a:effectLst/>
                <a:uFillTx/>
                <a:latin typeface="Century Gothic"/>
              </a:rPr>
              <a:t>Click to edit Master text styles</a:t>
            </a:r>
            <a:endParaRPr b="0" lang="en-US" sz="2100" strike="noStrike" u="none">
              <a:solidFill>
                <a:schemeClr val="lt1"/>
              </a:solidFill>
              <a:effectLst/>
              <a:uFillTx/>
              <a:latin typeface="Century Gothic"/>
            </a:endParaRPr>
          </a:p>
        </p:txBody>
      </p:sp>
      <p:sp>
        <p:nvSpPr>
          <p:cNvPr id="243" name="PlaceHolder 3"/>
          <p:cNvSpPr>
            <a:spLocks noGrp="1"/>
          </p:cNvSpPr>
          <p:nvPr>
            <p:ph type="body"/>
          </p:nvPr>
        </p:nvSpPr>
        <p:spPr>
          <a:xfrm>
            <a:off x="514440" y="2540880"/>
            <a:ext cx="3983400" cy="250272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ffffff"/>
              </a:buClr>
              <a:buFont typeface="Arial"/>
              <a:buChar char="•"/>
            </a:pPr>
            <a:r>
              <a:rPr b="0" lang="en-US" sz="1650" strike="noStrike" u="none">
                <a:solidFill>
                  <a:schemeClr val="lt1"/>
                </a:solidFill>
                <a:effectLst/>
                <a:uFillTx/>
                <a:latin typeface="Century Gothic"/>
              </a:rPr>
              <a:t>Click to edit Master text styles</a:t>
            </a:r>
            <a:endParaRPr b="0" lang="en-US" sz="1650" strike="noStrike" u="none">
              <a:solidFill>
                <a:schemeClr val="lt1"/>
              </a:solidFill>
              <a:effectLst/>
              <a:uFillTx/>
              <a:latin typeface="Century Gothic"/>
            </a:endParaRPr>
          </a:p>
          <a:p>
            <a:pPr lvl="1" marL="514440" indent="-171360" defTabSz="685800">
              <a:lnSpc>
                <a:spcPct val="90000"/>
              </a:lnSpc>
              <a:spcBef>
                <a:spcPts val="374"/>
              </a:spcBef>
              <a:buClr>
                <a:srgbClr val="ffffff"/>
              </a:buClr>
              <a:buFont typeface="Arial"/>
              <a:buChar char="•"/>
            </a:pPr>
            <a:r>
              <a:rPr b="0" lang="en-US" sz="1500" strike="noStrike" u="none">
                <a:solidFill>
                  <a:schemeClr val="lt1"/>
                </a:solidFill>
                <a:effectLst/>
                <a:uFillTx/>
                <a:latin typeface="Century Gothic"/>
              </a:rPr>
              <a:t>Second level</a:t>
            </a:r>
            <a:endParaRPr b="0" lang="en-US" sz="1500" strike="noStrike" u="none">
              <a:solidFill>
                <a:schemeClr val="lt1"/>
              </a:solidFill>
              <a:effectLst/>
              <a:uFillTx/>
              <a:latin typeface="Century Gothic"/>
            </a:endParaRPr>
          </a:p>
          <a:p>
            <a:pPr lvl="2" marL="857160" indent="-171360" defTabSz="685800">
              <a:lnSpc>
                <a:spcPct val="90000"/>
              </a:lnSpc>
              <a:spcBef>
                <a:spcPts val="374"/>
              </a:spcBef>
              <a:buClr>
                <a:srgbClr val="ffffff"/>
              </a:buClr>
              <a:buFont typeface="Arial"/>
              <a:buChar char="•"/>
            </a:pPr>
            <a:r>
              <a:rPr b="0" lang="en-US" sz="1350" strike="noStrike" u="none">
                <a:solidFill>
                  <a:schemeClr val="lt1"/>
                </a:solidFill>
                <a:effectLst/>
                <a:uFillTx/>
                <a:latin typeface="Century Gothic"/>
              </a:rPr>
              <a:t>Third level</a:t>
            </a:r>
            <a:endParaRPr b="0" lang="en-US" sz="1350" strike="noStrike" u="none">
              <a:solidFill>
                <a:schemeClr val="lt1"/>
              </a:solidFill>
              <a:effectLst/>
              <a:uFillTx/>
              <a:latin typeface="Century Gothic"/>
            </a:endParaRPr>
          </a:p>
          <a:p>
            <a:pPr lvl="3" marL="120024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Fourth level</a:t>
            </a:r>
            <a:endParaRPr b="0" lang="en-US" sz="1200" strike="noStrike" u="none">
              <a:solidFill>
                <a:schemeClr val="lt1"/>
              </a:solidFill>
              <a:effectLst/>
              <a:uFillTx/>
              <a:latin typeface="Century Gothic"/>
            </a:endParaRPr>
          </a:p>
          <a:p>
            <a:pPr lvl="4" marL="154296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Fifth level</a:t>
            </a:r>
            <a:endParaRPr b="0" lang="en-US" sz="1200" strike="noStrike" u="none">
              <a:solidFill>
                <a:schemeClr val="lt1"/>
              </a:solidFill>
              <a:effectLst/>
              <a:uFillTx/>
              <a:latin typeface="Century Gothic"/>
            </a:endParaRPr>
          </a:p>
        </p:txBody>
      </p:sp>
      <p:sp>
        <p:nvSpPr>
          <p:cNvPr id="244" name="PlaceHolder 4"/>
          <p:cNvSpPr>
            <a:spLocks noGrp="1"/>
          </p:cNvSpPr>
          <p:nvPr>
            <p:ph type="body"/>
          </p:nvPr>
        </p:nvSpPr>
        <p:spPr>
          <a:xfrm>
            <a:off x="4800600" y="1771200"/>
            <a:ext cx="3828600" cy="667800"/>
          </a:xfrm>
          <a:prstGeom prst="rect">
            <a:avLst/>
          </a:prstGeom>
          <a:noFill/>
          <a:ln w="0">
            <a:noFill/>
          </a:ln>
        </p:spPr>
        <p:txBody>
          <a:bodyPr lIns="91440" rIns="91440" tIns="45720" bIns="45720" anchor="b">
            <a:normAutofit/>
          </a:bodyPr>
          <a:p>
            <a:pPr indent="0" defTabSz="685800">
              <a:lnSpc>
                <a:spcPct val="90000"/>
              </a:lnSpc>
              <a:spcBef>
                <a:spcPts val="751"/>
              </a:spcBef>
              <a:buNone/>
              <a:tabLst>
                <a:tab algn="l" pos="0"/>
              </a:tabLst>
            </a:pPr>
            <a:r>
              <a:rPr b="0" lang="en-US" sz="2100" strike="noStrike" u="none">
                <a:solidFill>
                  <a:schemeClr val="lt1"/>
                </a:solidFill>
                <a:effectLst/>
                <a:uFillTx/>
                <a:latin typeface="Century Gothic"/>
              </a:rPr>
              <a:t>Click to edit Master text styles</a:t>
            </a:r>
            <a:endParaRPr b="0" lang="en-US" sz="2100" strike="noStrike" u="none">
              <a:solidFill>
                <a:schemeClr val="lt1"/>
              </a:solidFill>
              <a:effectLst/>
              <a:uFillTx/>
              <a:latin typeface="Century Gothic"/>
            </a:endParaRPr>
          </a:p>
        </p:txBody>
      </p:sp>
      <p:sp>
        <p:nvSpPr>
          <p:cNvPr id="245" name="PlaceHolder 5"/>
          <p:cNvSpPr>
            <a:spLocks noGrp="1"/>
          </p:cNvSpPr>
          <p:nvPr>
            <p:ph type="body"/>
          </p:nvPr>
        </p:nvSpPr>
        <p:spPr>
          <a:xfrm>
            <a:off x="4629240" y="2540880"/>
            <a:ext cx="4000320" cy="250272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ffffff"/>
              </a:buClr>
              <a:buFont typeface="Arial"/>
              <a:buChar char="•"/>
            </a:pPr>
            <a:r>
              <a:rPr b="0" lang="en-US" sz="1650" strike="noStrike" u="none">
                <a:solidFill>
                  <a:schemeClr val="lt1"/>
                </a:solidFill>
                <a:effectLst/>
                <a:uFillTx/>
                <a:latin typeface="Century Gothic"/>
              </a:rPr>
              <a:t>Click to edit Master text styles</a:t>
            </a:r>
            <a:endParaRPr b="0" lang="en-US" sz="1650" strike="noStrike" u="none">
              <a:solidFill>
                <a:schemeClr val="lt1"/>
              </a:solidFill>
              <a:effectLst/>
              <a:uFillTx/>
              <a:latin typeface="Century Gothic"/>
            </a:endParaRPr>
          </a:p>
          <a:p>
            <a:pPr lvl="1" marL="514440" indent="-171360" defTabSz="685800">
              <a:lnSpc>
                <a:spcPct val="90000"/>
              </a:lnSpc>
              <a:spcBef>
                <a:spcPts val="374"/>
              </a:spcBef>
              <a:buClr>
                <a:srgbClr val="ffffff"/>
              </a:buClr>
              <a:buFont typeface="Arial"/>
              <a:buChar char="•"/>
            </a:pPr>
            <a:r>
              <a:rPr b="0" lang="en-US" sz="1500" strike="noStrike" u="none">
                <a:solidFill>
                  <a:schemeClr val="lt1"/>
                </a:solidFill>
                <a:effectLst/>
                <a:uFillTx/>
                <a:latin typeface="Century Gothic"/>
              </a:rPr>
              <a:t>Second level</a:t>
            </a:r>
            <a:endParaRPr b="0" lang="en-US" sz="1500" strike="noStrike" u="none">
              <a:solidFill>
                <a:schemeClr val="lt1"/>
              </a:solidFill>
              <a:effectLst/>
              <a:uFillTx/>
              <a:latin typeface="Century Gothic"/>
            </a:endParaRPr>
          </a:p>
          <a:p>
            <a:pPr lvl="2" marL="857160" indent="-171360" defTabSz="685800">
              <a:lnSpc>
                <a:spcPct val="90000"/>
              </a:lnSpc>
              <a:spcBef>
                <a:spcPts val="374"/>
              </a:spcBef>
              <a:buClr>
                <a:srgbClr val="ffffff"/>
              </a:buClr>
              <a:buFont typeface="Arial"/>
              <a:buChar char="•"/>
            </a:pPr>
            <a:r>
              <a:rPr b="0" lang="en-US" sz="1350" strike="noStrike" u="none">
                <a:solidFill>
                  <a:schemeClr val="lt1"/>
                </a:solidFill>
                <a:effectLst/>
                <a:uFillTx/>
                <a:latin typeface="Century Gothic"/>
              </a:rPr>
              <a:t>Third level</a:t>
            </a:r>
            <a:endParaRPr b="0" lang="en-US" sz="1350" strike="noStrike" u="none">
              <a:solidFill>
                <a:schemeClr val="lt1"/>
              </a:solidFill>
              <a:effectLst/>
              <a:uFillTx/>
              <a:latin typeface="Century Gothic"/>
            </a:endParaRPr>
          </a:p>
          <a:p>
            <a:pPr lvl="3" marL="120024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Fourth level</a:t>
            </a:r>
            <a:endParaRPr b="0" lang="en-US" sz="1200" strike="noStrike" u="none">
              <a:solidFill>
                <a:schemeClr val="lt1"/>
              </a:solidFill>
              <a:effectLst/>
              <a:uFillTx/>
              <a:latin typeface="Century Gothic"/>
            </a:endParaRPr>
          </a:p>
          <a:p>
            <a:pPr lvl="4" marL="154296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Fifth level</a:t>
            </a:r>
            <a:endParaRPr b="0" lang="en-US" sz="1200" strike="noStrike" u="none">
              <a:solidFill>
                <a:schemeClr val="lt1"/>
              </a:solidFill>
              <a:effectLst/>
              <a:uFillTx/>
              <a:latin typeface="Century Gothic"/>
            </a:endParaRPr>
          </a:p>
        </p:txBody>
      </p:sp>
      <p:sp>
        <p:nvSpPr>
          <p:cNvPr id="246" name="PlaceHolder 6"/>
          <p:cNvSpPr>
            <a:spLocks noGrp="1"/>
          </p:cNvSpPr>
          <p:nvPr>
            <p:ph type="dt" idx="97"/>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247" name="PlaceHolder 7"/>
          <p:cNvSpPr>
            <a:spLocks noGrp="1"/>
          </p:cNvSpPr>
          <p:nvPr>
            <p:ph type="ftr" idx="98"/>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48" name="PlaceHolder 8"/>
          <p:cNvSpPr>
            <a:spLocks noGrp="1"/>
          </p:cNvSpPr>
          <p:nvPr>
            <p:ph type="sldNum" idx="99"/>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1EEBF90C-A3D9-4A5E-9167-0BECBF59C3BA}"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4">
    <p:bg>
      <p:bgPr>
        <a:solidFill>
          <a:srgbClr val="000000"/>
        </a:solidFill>
      </p:bgPr>
    </p:bg>
    <p:spTree>
      <p:nvGrpSpPr>
        <p:cNvPr id="1" name=""/>
        <p:cNvGrpSpPr/>
        <p:nvPr/>
      </p:nvGrpSpPr>
      <p:grpSpPr>
        <a:xfrm>
          <a:off x="0" y="0"/>
          <a:ext cx="0" cy="0"/>
          <a:chOff x="0" y="0"/>
          <a:chExt cx="0" cy="0"/>
        </a:xfrm>
      </p:grpSpPr>
      <p:pic>
        <p:nvPicPr>
          <p:cNvPr id="249" name="Picture 6" descr="C0-HD-TOP.png"/>
          <p:cNvPicPr/>
          <p:nvPr/>
        </p:nvPicPr>
        <p:blipFill>
          <a:blip r:embed="rId2"/>
          <a:stretch/>
        </p:blipFill>
        <p:spPr>
          <a:xfrm>
            <a:off x="0" y="0"/>
            <a:ext cx="9143640" cy="1168920"/>
          </a:xfrm>
          <a:prstGeom prst="rect">
            <a:avLst/>
          </a:prstGeom>
          <a:noFill/>
          <a:ln w="0">
            <a:noFill/>
          </a:ln>
        </p:spPr>
      </p:pic>
      <p:sp>
        <p:nvSpPr>
          <p:cNvPr id="250" name="PlaceHolder 1"/>
          <p:cNvSpPr>
            <a:spLocks noGrp="1"/>
          </p:cNvSpPr>
          <p:nvPr>
            <p:ph type="title"/>
          </p:nvPr>
        </p:nvSpPr>
        <p:spPr>
          <a:xfrm>
            <a:off x="2171880" y="619920"/>
            <a:ext cx="6457680" cy="1048320"/>
          </a:xfrm>
          <a:prstGeom prst="rect">
            <a:avLst/>
          </a:prstGeom>
          <a:noFill/>
          <a:ln w="0">
            <a:noFill/>
          </a:ln>
        </p:spPr>
        <p:txBody>
          <a:bodyPr lIns="91440" rIns="91440" tIns="45720" bIns="45720" anchor="ctr">
            <a:noAutofit/>
          </a:bodyPr>
          <a:p>
            <a:pPr indent="0" algn="r" defTabSz="685800">
              <a:lnSpc>
                <a:spcPct val="90000"/>
              </a:lnSpc>
              <a:buNone/>
            </a:pPr>
            <a:r>
              <a:rPr b="0" lang="en-US" sz="3000" strike="noStrike" u="none" cap="all">
                <a:solidFill>
                  <a:schemeClr val="lt1"/>
                </a:solidFill>
                <a:effectLst/>
                <a:uFillTx/>
                <a:latin typeface="Century Gothic"/>
              </a:rPr>
              <a:t>Click to edit Master title style</a:t>
            </a:r>
            <a:endParaRPr b="0" lang="en-US" sz="3000" strike="noStrike" u="none">
              <a:solidFill>
                <a:schemeClr val="lt1"/>
              </a:solidFill>
              <a:effectLst/>
              <a:uFillTx/>
              <a:latin typeface="Century Gothic"/>
            </a:endParaRPr>
          </a:p>
        </p:txBody>
      </p:sp>
      <p:sp>
        <p:nvSpPr>
          <p:cNvPr id="251" name="PlaceHolder 2"/>
          <p:cNvSpPr>
            <a:spLocks noGrp="1"/>
          </p:cNvSpPr>
          <p:nvPr>
            <p:ph type="dt" idx="100"/>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252" name="PlaceHolder 3"/>
          <p:cNvSpPr>
            <a:spLocks noGrp="1"/>
          </p:cNvSpPr>
          <p:nvPr>
            <p:ph type="ftr" idx="101"/>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53" name="PlaceHolder 4"/>
          <p:cNvSpPr>
            <a:spLocks noGrp="1"/>
          </p:cNvSpPr>
          <p:nvPr>
            <p:ph type="sldNum" idx="102"/>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62CCA03B-6DAC-4EB7-8544-33E7B400459E}"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5">
    <p:bg>
      <p:bgPr>
        <a:solidFill>
          <a:srgbClr val="000000"/>
        </a:solidFill>
      </p:bgPr>
    </p:bg>
    <p:spTree>
      <p:nvGrpSpPr>
        <p:cNvPr id="1" name=""/>
        <p:cNvGrpSpPr/>
        <p:nvPr/>
      </p:nvGrpSpPr>
      <p:grpSpPr>
        <a:xfrm>
          <a:off x="0" y="0"/>
          <a:ext cx="0" cy="0"/>
          <a:chOff x="0" y="0"/>
          <a:chExt cx="0" cy="0"/>
        </a:xfrm>
      </p:grpSpPr>
      <p:pic>
        <p:nvPicPr>
          <p:cNvPr id="254" name="Picture 6" descr="C0-HD-TOP.png"/>
          <p:cNvPicPr/>
          <p:nvPr/>
        </p:nvPicPr>
        <p:blipFill>
          <a:blip r:embed="rId2"/>
          <a:stretch/>
        </p:blipFill>
        <p:spPr>
          <a:xfrm>
            <a:off x="0" y="0"/>
            <a:ext cx="9143640" cy="1168920"/>
          </a:xfrm>
          <a:prstGeom prst="rect">
            <a:avLst/>
          </a:prstGeom>
          <a:noFill/>
          <a:ln w="0">
            <a:noFill/>
          </a:ln>
        </p:spPr>
      </p:pic>
      <p:sp>
        <p:nvSpPr>
          <p:cNvPr id="255" name="PlaceHolder 1"/>
          <p:cNvSpPr>
            <a:spLocks noGrp="1"/>
          </p:cNvSpPr>
          <p:nvPr>
            <p:ph type="dt" idx="103"/>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256" name="PlaceHolder 2"/>
          <p:cNvSpPr>
            <a:spLocks noGrp="1"/>
          </p:cNvSpPr>
          <p:nvPr>
            <p:ph type="ftr" idx="104"/>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57" name="PlaceHolder 3"/>
          <p:cNvSpPr>
            <a:spLocks noGrp="1"/>
          </p:cNvSpPr>
          <p:nvPr>
            <p:ph type="sldNum" idx="105"/>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FE00F508-0D20-4588-9F12-CDB65250E397}"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bg>
      <p:bgPr>
        <a:solidFill>
          <a:srgbClr val="000000"/>
        </a:solidFill>
      </p:bgPr>
    </p:bg>
    <p:spTree>
      <p:nvGrpSpPr>
        <p:cNvPr id="1" name=""/>
        <p:cNvGrpSpPr/>
        <p:nvPr/>
      </p:nvGrpSpPr>
      <p:grpSpPr>
        <a:xfrm>
          <a:off x="0" y="0"/>
          <a:ext cx="0" cy="0"/>
          <a:chOff x="0" y="0"/>
          <a:chExt cx="0" cy="0"/>
        </a:xfrm>
      </p:grpSpPr>
      <p:pic>
        <p:nvPicPr>
          <p:cNvPr id="258" name="Picture 6" descr="C0-HD-TOP.png"/>
          <p:cNvPicPr/>
          <p:nvPr/>
        </p:nvPicPr>
        <p:blipFill>
          <a:blip r:embed="rId2"/>
          <a:stretch/>
        </p:blipFill>
        <p:spPr>
          <a:xfrm>
            <a:off x="0" y="0"/>
            <a:ext cx="9143640" cy="1168920"/>
          </a:xfrm>
          <a:prstGeom prst="rect">
            <a:avLst/>
          </a:prstGeom>
          <a:noFill/>
          <a:ln w="0">
            <a:noFill/>
          </a:ln>
        </p:spPr>
      </p:pic>
      <p:sp>
        <p:nvSpPr>
          <p:cNvPr id="259" name="PlaceHolder 1"/>
          <p:cNvSpPr>
            <a:spLocks noGrp="1"/>
          </p:cNvSpPr>
          <p:nvPr>
            <p:ph type="title"/>
          </p:nvPr>
        </p:nvSpPr>
        <p:spPr>
          <a:xfrm>
            <a:off x="514440" y="1236240"/>
            <a:ext cx="3085920" cy="1297440"/>
          </a:xfrm>
          <a:prstGeom prst="rect">
            <a:avLst/>
          </a:prstGeom>
          <a:noFill/>
          <a:ln w="0">
            <a:noFill/>
          </a:ln>
        </p:spPr>
        <p:txBody>
          <a:bodyPr lIns="91440" rIns="91440" tIns="45720" bIns="45720" anchor="b">
            <a:noAutofit/>
          </a:bodyPr>
          <a:p>
            <a:pPr indent="0" defTabSz="685800">
              <a:lnSpc>
                <a:spcPct val="90000"/>
              </a:lnSpc>
              <a:buNone/>
            </a:pPr>
            <a:r>
              <a:rPr b="0" lang="en-US" sz="2400" strike="noStrike" u="none" cap="all">
                <a:solidFill>
                  <a:schemeClr val="lt1"/>
                </a:solidFill>
                <a:effectLst/>
                <a:uFillTx/>
                <a:latin typeface="Century Gothic"/>
              </a:rPr>
              <a:t>Click to edit Master title style</a:t>
            </a:r>
            <a:endParaRPr b="0" lang="en-US" sz="2400" strike="noStrike" u="none">
              <a:solidFill>
                <a:schemeClr val="lt1"/>
              </a:solidFill>
              <a:effectLst/>
              <a:uFillTx/>
              <a:latin typeface="Century Gothic"/>
            </a:endParaRPr>
          </a:p>
        </p:txBody>
      </p:sp>
      <p:sp>
        <p:nvSpPr>
          <p:cNvPr id="260" name="PlaceHolder 2"/>
          <p:cNvSpPr>
            <a:spLocks noGrp="1"/>
          </p:cNvSpPr>
          <p:nvPr>
            <p:ph type="body"/>
          </p:nvPr>
        </p:nvSpPr>
        <p:spPr>
          <a:xfrm>
            <a:off x="3746520" y="605880"/>
            <a:ext cx="4882680" cy="4438080"/>
          </a:xfrm>
          <a:prstGeom prst="rect">
            <a:avLst/>
          </a:prstGeom>
          <a:noFill/>
          <a:ln w="0">
            <a:noFill/>
          </a:ln>
        </p:spPr>
        <p:txBody>
          <a:bodyPr lIns="91440" rIns="91440" tIns="45720" bIns="45720" anchor="ctr">
            <a:noAutofit/>
          </a:bodyPr>
          <a:p>
            <a:pPr marL="171360" indent="-171360" defTabSz="685800">
              <a:lnSpc>
                <a:spcPct val="90000"/>
              </a:lnSpc>
              <a:spcBef>
                <a:spcPts val="751"/>
              </a:spcBef>
              <a:buClr>
                <a:srgbClr val="ffffff"/>
              </a:buClr>
              <a:buFont typeface="Arial"/>
              <a:buChar char="•"/>
            </a:pPr>
            <a:r>
              <a:rPr b="0" lang="en-US" sz="1650" strike="noStrike" u="none">
                <a:solidFill>
                  <a:schemeClr val="lt1"/>
                </a:solidFill>
                <a:effectLst/>
                <a:uFillTx/>
                <a:latin typeface="Century Gothic"/>
              </a:rPr>
              <a:t>Click to edit Master text styles</a:t>
            </a:r>
            <a:endParaRPr b="0" lang="en-US" sz="1650" strike="noStrike" u="none">
              <a:solidFill>
                <a:schemeClr val="lt1"/>
              </a:solidFill>
              <a:effectLst/>
              <a:uFillTx/>
              <a:latin typeface="Century Gothic"/>
            </a:endParaRPr>
          </a:p>
          <a:p>
            <a:pPr lvl="1" marL="514440" indent="-171360" defTabSz="685800">
              <a:lnSpc>
                <a:spcPct val="90000"/>
              </a:lnSpc>
              <a:spcBef>
                <a:spcPts val="374"/>
              </a:spcBef>
              <a:buClr>
                <a:srgbClr val="ffffff"/>
              </a:buClr>
              <a:buFont typeface="Arial"/>
              <a:buChar char="•"/>
            </a:pPr>
            <a:r>
              <a:rPr b="0" lang="en-US" sz="1500" strike="noStrike" u="none">
                <a:solidFill>
                  <a:schemeClr val="lt1"/>
                </a:solidFill>
                <a:effectLst/>
                <a:uFillTx/>
                <a:latin typeface="Century Gothic"/>
              </a:rPr>
              <a:t>Second level</a:t>
            </a:r>
            <a:endParaRPr b="0" lang="en-US" sz="1500" strike="noStrike" u="none">
              <a:solidFill>
                <a:schemeClr val="lt1"/>
              </a:solidFill>
              <a:effectLst/>
              <a:uFillTx/>
              <a:latin typeface="Century Gothic"/>
            </a:endParaRPr>
          </a:p>
          <a:p>
            <a:pPr lvl="2" marL="857160" indent="-171360" defTabSz="685800">
              <a:lnSpc>
                <a:spcPct val="90000"/>
              </a:lnSpc>
              <a:spcBef>
                <a:spcPts val="374"/>
              </a:spcBef>
              <a:buClr>
                <a:srgbClr val="ffffff"/>
              </a:buClr>
              <a:buFont typeface="Arial"/>
              <a:buChar char="•"/>
            </a:pPr>
            <a:r>
              <a:rPr b="0" lang="en-US" sz="1350" strike="noStrike" u="none">
                <a:solidFill>
                  <a:schemeClr val="lt1"/>
                </a:solidFill>
                <a:effectLst/>
                <a:uFillTx/>
                <a:latin typeface="Century Gothic"/>
              </a:rPr>
              <a:t>Third level</a:t>
            </a:r>
            <a:endParaRPr b="0" lang="en-US" sz="1350" strike="noStrike" u="none">
              <a:solidFill>
                <a:schemeClr val="lt1"/>
              </a:solidFill>
              <a:effectLst/>
              <a:uFillTx/>
              <a:latin typeface="Century Gothic"/>
            </a:endParaRPr>
          </a:p>
          <a:p>
            <a:pPr lvl="3" marL="120024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Fourth level</a:t>
            </a:r>
            <a:endParaRPr b="0" lang="en-US" sz="1200" strike="noStrike" u="none">
              <a:solidFill>
                <a:schemeClr val="lt1"/>
              </a:solidFill>
              <a:effectLst/>
              <a:uFillTx/>
              <a:latin typeface="Century Gothic"/>
            </a:endParaRPr>
          </a:p>
          <a:p>
            <a:pPr lvl="4" marL="1542960" indent="-171360" defTabSz="685800">
              <a:lnSpc>
                <a:spcPct val="90000"/>
              </a:lnSpc>
              <a:spcBef>
                <a:spcPts val="374"/>
              </a:spcBef>
              <a:buClr>
                <a:srgbClr val="ffffff"/>
              </a:buClr>
              <a:buFont typeface="Arial"/>
              <a:buChar char="•"/>
            </a:pPr>
            <a:r>
              <a:rPr b="0" lang="en-US" sz="1200" strike="noStrike" u="none">
                <a:solidFill>
                  <a:schemeClr val="lt1"/>
                </a:solidFill>
                <a:effectLst/>
                <a:uFillTx/>
                <a:latin typeface="Century Gothic"/>
              </a:rPr>
              <a:t>Fifth level</a:t>
            </a:r>
            <a:endParaRPr b="0" lang="en-US" sz="1200" strike="noStrike" u="none">
              <a:solidFill>
                <a:schemeClr val="lt1"/>
              </a:solidFill>
              <a:effectLst/>
              <a:uFillTx/>
              <a:latin typeface="Century Gothic"/>
            </a:endParaRPr>
          </a:p>
        </p:txBody>
      </p:sp>
      <p:sp>
        <p:nvSpPr>
          <p:cNvPr id="261" name="PlaceHolder 3"/>
          <p:cNvSpPr>
            <a:spLocks noGrp="1"/>
          </p:cNvSpPr>
          <p:nvPr>
            <p:ph type="body"/>
          </p:nvPr>
        </p:nvSpPr>
        <p:spPr>
          <a:xfrm>
            <a:off x="514440" y="2534040"/>
            <a:ext cx="3085920" cy="2509560"/>
          </a:xfrm>
          <a:prstGeom prst="rect">
            <a:avLst/>
          </a:prstGeom>
          <a:noFill/>
          <a:ln w="0">
            <a:noFill/>
          </a:ln>
        </p:spPr>
        <p:txBody>
          <a:bodyPr lIns="91440" rIns="91440" tIns="45720" bIns="45720" anchor="t">
            <a:noAutofit/>
          </a:bodyPr>
          <a:p>
            <a:pPr indent="0" defTabSz="685800">
              <a:lnSpc>
                <a:spcPct val="90000"/>
              </a:lnSpc>
              <a:spcBef>
                <a:spcPts val="751"/>
              </a:spcBef>
              <a:buNone/>
              <a:tabLst>
                <a:tab algn="l" pos="0"/>
              </a:tabLst>
            </a:pPr>
            <a:r>
              <a:rPr b="0" lang="en-US" sz="1200" strike="noStrike" u="none">
                <a:solidFill>
                  <a:schemeClr val="lt1"/>
                </a:solidFill>
                <a:effectLst/>
                <a:uFillTx/>
                <a:latin typeface="Century Gothic"/>
              </a:rPr>
              <a:t>Click to edit Master text styles</a:t>
            </a:r>
            <a:endParaRPr b="0" lang="en-US" sz="1200" strike="noStrike" u="none">
              <a:solidFill>
                <a:schemeClr val="lt1"/>
              </a:solidFill>
              <a:effectLst/>
              <a:uFillTx/>
              <a:latin typeface="Century Gothic"/>
            </a:endParaRPr>
          </a:p>
        </p:txBody>
      </p:sp>
      <p:sp>
        <p:nvSpPr>
          <p:cNvPr id="262" name="PlaceHolder 4"/>
          <p:cNvSpPr>
            <a:spLocks noGrp="1"/>
          </p:cNvSpPr>
          <p:nvPr>
            <p:ph type="dt" idx="106"/>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263" name="PlaceHolder 5"/>
          <p:cNvSpPr>
            <a:spLocks noGrp="1"/>
          </p:cNvSpPr>
          <p:nvPr>
            <p:ph type="ftr" idx="107"/>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64" name="PlaceHolder 6"/>
          <p:cNvSpPr>
            <a:spLocks noGrp="1"/>
          </p:cNvSpPr>
          <p:nvPr>
            <p:ph type="sldNum" idx="108"/>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F6D1371D-266E-49C0-9143-6C065D393DF7}"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7">
    <p:bg>
      <p:bgPr>
        <a:solidFill>
          <a:srgbClr val="000000"/>
        </a:solidFill>
      </p:bgPr>
    </p:bg>
    <p:spTree>
      <p:nvGrpSpPr>
        <p:cNvPr id="1" name=""/>
        <p:cNvGrpSpPr/>
        <p:nvPr/>
      </p:nvGrpSpPr>
      <p:grpSpPr>
        <a:xfrm>
          <a:off x="0" y="0"/>
          <a:ext cx="0" cy="0"/>
          <a:chOff x="0" y="0"/>
          <a:chExt cx="0" cy="0"/>
        </a:xfrm>
      </p:grpSpPr>
      <p:pic>
        <p:nvPicPr>
          <p:cNvPr id="265" name="Picture 6" descr="C0-HD-TOP.png"/>
          <p:cNvPicPr/>
          <p:nvPr/>
        </p:nvPicPr>
        <p:blipFill>
          <a:blip r:embed="rId2"/>
          <a:stretch/>
        </p:blipFill>
        <p:spPr>
          <a:xfrm>
            <a:off x="0" y="0"/>
            <a:ext cx="9143640" cy="1168920"/>
          </a:xfrm>
          <a:prstGeom prst="rect">
            <a:avLst/>
          </a:prstGeom>
          <a:noFill/>
          <a:ln w="0">
            <a:noFill/>
          </a:ln>
        </p:spPr>
      </p:pic>
      <p:sp>
        <p:nvSpPr>
          <p:cNvPr id="266" name="PlaceHolder 1"/>
          <p:cNvSpPr>
            <a:spLocks noGrp="1"/>
          </p:cNvSpPr>
          <p:nvPr>
            <p:ph type="title"/>
          </p:nvPr>
        </p:nvSpPr>
        <p:spPr>
          <a:xfrm>
            <a:off x="514440" y="1236240"/>
            <a:ext cx="5154480" cy="1297440"/>
          </a:xfrm>
          <a:prstGeom prst="rect">
            <a:avLst/>
          </a:prstGeom>
          <a:noFill/>
          <a:ln w="0">
            <a:noFill/>
          </a:ln>
        </p:spPr>
        <p:txBody>
          <a:bodyPr lIns="91440" rIns="91440" tIns="45720" bIns="45720" anchor="b">
            <a:noAutofit/>
          </a:bodyPr>
          <a:p>
            <a:pPr indent="0" defTabSz="685800">
              <a:lnSpc>
                <a:spcPct val="90000"/>
              </a:lnSpc>
              <a:buNone/>
            </a:pPr>
            <a:r>
              <a:rPr b="0" lang="en-US" sz="2400" strike="noStrike" u="none" cap="all">
                <a:solidFill>
                  <a:schemeClr val="lt1"/>
                </a:solidFill>
                <a:effectLst/>
                <a:uFillTx/>
                <a:latin typeface="Century Gothic"/>
              </a:rPr>
              <a:t>Click to edit Master title style</a:t>
            </a:r>
            <a:endParaRPr b="0" lang="en-US" sz="2400" strike="noStrike" u="none">
              <a:solidFill>
                <a:schemeClr val="lt1"/>
              </a:solidFill>
              <a:effectLst/>
              <a:uFillTx/>
              <a:latin typeface="Century Gothic"/>
            </a:endParaRPr>
          </a:p>
        </p:txBody>
      </p:sp>
      <p:sp>
        <p:nvSpPr>
          <p:cNvPr id="267" name="PlaceHolder 2"/>
          <p:cNvSpPr>
            <a:spLocks noGrp="1"/>
          </p:cNvSpPr>
          <p:nvPr>
            <p:ph type="body"/>
          </p:nvPr>
        </p:nvSpPr>
        <p:spPr>
          <a:xfrm>
            <a:off x="5896080" y="609480"/>
            <a:ext cx="2733480" cy="4434480"/>
          </a:xfrm>
          <a:prstGeom prst="rect">
            <a:avLst/>
          </a:prstGeom>
          <a:noFill/>
          <a:ln w="0">
            <a:noFill/>
          </a:ln>
        </p:spPr>
        <p:txBody>
          <a:bodyPr lIns="90000" rIns="90000" tIns="45000" bIns="45000" anchor="t">
            <a:noAutofit/>
          </a:bodyPr>
          <a:p>
            <a:pPr indent="0" defTabSz="914400">
              <a:lnSpc>
                <a:spcPct val="100000"/>
              </a:lnSpc>
              <a:buNone/>
              <a:tabLst>
                <a:tab algn="l" pos="0"/>
              </a:tabLst>
            </a:pPr>
            <a:r>
              <a:rPr b="0" lang="en-US" sz="2400" strike="noStrike" u="none">
                <a:solidFill>
                  <a:schemeClr val="lt1"/>
                </a:solidFill>
                <a:effectLst/>
                <a:uFillTx/>
                <a:latin typeface="Century Gothic"/>
              </a:rPr>
              <a:t>Click icon to add picture</a:t>
            </a:r>
            <a:endParaRPr b="0" lang="en-US" sz="2400" strike="noStrike" u="none">
              <a:solidFill>
                <a:schemeClr val="lt1"/>
              </a:solidFill>
              <a:effectLst/>
              <a:uFillTx/>
              <a:latin typeface="Century Gothic"/>
            </a:endParaRPr>
          </a:p>
        </p:txBody>
      </p:sp>
      <p:sp>
        <p:nvSpPr>
          <p:cNvPr id="268" name="PlaceHolder 3"/>
          <p:cNvSpPr>
            <a:spLocks noGrp="1"/>
          </p:cNvSpPr>
          <p:nvPr>
            <p:ph type="body"/>
          </p:nvPr>
        </p:nvSpPr>
        <p:spPr>
          <a:xfrm>
            <a:off x="514440" y="2534040"/>
            <a:ext cx="5154480" cy="2509560"/>
          </a:xfrm>
          <a:prstGeom prst="rect">
            <a:avLst/>
          </a:prstGeom>
          <a:noFill/>
          <a:ln w="0">
            <a:noFill/>
          </a:ln>
        </p:spPr>
        <p:txBody>
          <a:bodyPr lIns="91440" rIns="91440" tIns="45720" bIns="45720" anchor="t">
            <a:noAutofit/>
          </a:bodyPr>
          <a:p>
            <a:pPr indent="0" defTabSz="685800">
              <a:lnSpc>
                <a:spcPct val="90000"/>
              </a:lnSpc>
              <a:spcBef>
                <a:spcPts val="751"/>
              </a:spcBef>
              <a:buNone/>
              <a:tabLst>
                <a:tab algn="l" pos="0"/>
              </a:tabLst>
            </a:pPr>
            <a:r>
              <a:rPr b="0" lang="en-US" sz="1200" strike="noStrike" u="none">
                <a:solidFill>
                  <a:schemeClr val="lt1"/>
                </a:solidFill>
                <a:effectLst/>
                <a:uFillTx/>
                <a:latin typeface="Century Gothic"/>
              </a:rPr>
              <a:t>Click to edit Master text styles</a:t>
            </a:r>
            <a:endParaRPr b="0" lang="en-US" sz="1200" strike="noStrike" u="none">
              <a:solidFill>
                <a:schemeClr val="lt1"/>
              </a:solidFill>
              <a:effectLst/>
              <a:uFillTx/>
              <a:latin typeface="Century Gothic"/>
            </a:endParaRPr>
          </a:p>
        </p:txBody>
      </p:sp>
      <p:sp>
        <p:nvSpPr>
          <p:cNvPr id="269" name="PlaceHolder 4"/>
          <p:cNvSpPr>
            <a:spLocks noGrp="1"/>
          </p:cNvSpPr>
          <p:nvPr>
            <p:ph type="dt" idx="109"/>
          </p:nvPr>
        </p:nvSpPr>
        <p:spPr>
          <a:xfrm>
            <a:off x="6446520" y="5155560"/>
            <a:ext cx="218268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r>
              <a:rPr b="0" lang="en-US" sz="790" strike="noStrike" u="none">
                <a:solidFill>
                  <a:schemeClr val="lt1">
                    <a:tint val="75000"/>
                  </a:schemeClr>
                </a:solidFill>
                <a:effectLst/>
                <a:uFillTx/>
                <a:latin typeface="Century Gothic"/>
              </a:rPr>
              <a:t>&lt;date/time&gt;</a:t>
            </a:r>
            <a:endParaRPr b="0" lang="en-IN" sz="790" strike="noStrike" u="none">
              <a:solidFill>
                <a:srgbClr val="ffffff"/>
              </a:solidFill>
              <a:effectLst/>
              <a:uFillTx/>
              <a:latin typeface="Times New Roman"/>
            </a:endParaRPr>
          </a:p>
        </p:txBody>
      </p:sp>
      <p:sp>
        <p:nvSpPr>
          <p:cNvPr id="270" name="PlaceHolder 5"/>
          <p:cNvSpPr>
            <a:spLocks noGrp="1"/>
          </p:cNvSpPr>
          <p:nvPr>
            <p:ph type="ftr" idx="110"/>
          </p:nvPr>
        </p:nvSpPr>
        <p:spPr>
          <a:xfrm>
            <a:off x="514440" y="5155200"/>
            <a:ext cx="5829120" cy="295920"/>
          </a:xfrm>
          <a:prstGeom prst="rect">
            <a:avLst/>
          </a:prstGeom>
          <a:noFill/>
          <a:ln w="0">
            <a:noFill/>
          </a:ln>
        </p:spPr>
        <p:txBody>
          <a:bodyPr lIns="91440" rIns="91440" tIns="45720" bIns="45720" anchor="ctr">
            <a:noAutofit/>
          </a:bodyPr>
          <a:lstStyle>
            <a:lvl1pPr indent="0" algn="ctr">
              <a:buNone/>
              <a:defRPr b="0" lang="en-IN" sz="1400" strike="noStrike" u="none">
                <a:solidFill>
                  <a:srgbClr val="ffffff"/>
                </a:solidFill>
                <a:effectLst/>
                <a:uFillTx/>
                <a:latin typeface="Times New Roman"/>
              </a:defRPr>
            </a:lvl1pPr>
          </a:lstStyle>
          <a:p>
            <a:pPr indent="0" algn="ctr">
              <a:buNone/>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71" name="PlaceHolder 6"/>
          <p:cNvSpPr>
            <a:spLocks noGrp="1"/>
          </p:cNvSpPr>
          <p:nvPr>
            <p:ph type="sldNum" idx="111"/>
          </p:nvPr>
        </p:nvSpPr>
        <p:spPr>
          <a:xfrm>
            <a:off x="6572160" y="308880"/>
            <a:ext cx="2057040" cy="295920"/>
          </a:xfrm>
          <a:prstGeom prst="rect">
            <a:avLst/>
          </a:prstGeom>
          <a:noFill/>
          <a:ln w="0">
            <a:noFill/>
          </a:ln>
        </p:spPr>
        <p:txBody>
          <a:bodyPr lIns="91440" rIns="91440" tIns="45720" bIns="45720" anchor="ctr">
            <a:noAutofit/>
          </a:bodyPr>
          <a:lstStyle>
            <a:lvl1pPr indent="0" algn="r" defTabSz="914400">
              <a:lnSpc>
                <a:spcPct val="100000"/>
              </a:lnSpc>
              <a:buNone/>
              <a:defRPr b="0" lang="en-US" sz="790" strike="noStrike" u="none">
                <a:solidFill>
                  <a:schemeClr val="lt1">
                    <a:tint val="75000"/>
                  </a:schemeClr>
                </a:solidFill>
                <a:effectLst/>
                <a:uFillTx/>
                <a:latin typeface="Century Gothic"/>
              </a:defRPr>
            </a:lvl1pPr>
          </a:lstStyle>
          <a:p>
            <a:pPr indent="0" algn="r" defTabSz="914400">
              <a:lnSpc>
                <a:spcPct val="100000"/>
              </a:lnSpc>
              <a:buNone/>
            </a:pPr>
            <a:fld id="{13C46F8B-C7B5-45FE-BCD7-8EA92F498192}" type="slidenum">
              <a:rPr b="0" lang="en-US" sz="790" strike="noStrike" u="none">
                <a:solidFill>
                  <a:schemeClr val="lt1">
                    <a:tint val="75000"/>
                  </a:schemeClr>
                </a:solidFill>
                <a:effectLst/>
                <a:uFillTx/>
                <a:latin typeface="Century Gothic"/>
              </a:rPr>
              <a:t>&lt;number&gt;</a:t>
            </a:fld>
            <a:endParaRPr b="0" lang="en-IN" sz="790" strike="noStrike" u="non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slideLayout" Target="../slideLayouts/slideLayout26.xml"/><Relationship Id="rId9" Type="http://schemas.openxmlformats.org/officeDocument/2006/relationships/slideLayout" Target="../slideLayouts/slideLayout27.xml"/><Relationship Id="rId10" Type="http://schemas.openxmlformats.org/officeDocument/2006/relationships/slideLayout" Target="../slideLayouts/slideLayout28.xml"/><Relationship Id="rId11" Type="http://schemas.openxmlformats.org/officeDocument/2006/relationships/slideLayout" Target="../slideLayouts/slideLayout29.xml"/><Relationship Id="rId12" Type="http://schemas.openxmlformats.org/officeDocument/2006/relationships/slideLayout" Target="../slideLayouts/slideLayout30.xml"/><Relationship Id="rId13" Type="http://schemas.openxmlformats.org/officeDocument/2006/relationships/slideLayout" Target="../slideLayouts/slideLayout31.xml"/><Relationship Id="rId14" Type="http://schemas.openxmlformats.org/officeDocument/2006/relationships/slideLayout" Target="../slideLayouts/slideLayout32.xml"/><Relationship Id="rId15" Type="http://schemas.openxmlformats.org/officeDocument/2006/relationships/slideLayout" Target="../slideLayouts/slideLayout33.xml"/><Relationship Id="rId16" Type="http://schemas.openxmlformats.org/officeDocument/2006/relationships/slideLayout" Target="../slideLayouts/slideLayout34.xml"/><Relationship Id="rId17" Type="http://schemas.openxmlformats.org/officeDocument/2006/relationships/slideLayout" Target="../slideLayouts/slideLayout35.xml"/><Relationship Id="rId18" Type="http://schemas.openxmlformats.org/officeDocument/2006/relationships/slideLayout" Target="../slideLayouts/slideLayout36.xml"/><Relationship Id="rId19" Type="http://schemas.openxmlformats.org/officeDocument/2006/relationships/slideLayout" Target="../slideLayouts/slideLayout3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8.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9.xml"/>
</Relationships>
</file>

<file path=ppt/slides/_rels/slide9.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1.xml"/>
</Relationships>
</file>

<file path=ppt/slides/_rels/slide2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1.xml"/>
</Relationships>
</file>

<file path=ppt/slides/_rels/slide2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1.xml"/>
</Relationships>
</file>

<file path=ppt/slides/_rels/slide2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11.xml"/>
</Relationships>
</file>

<file path=ppt/slides/_rels/slide2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1.xml"/>
</Relationships>
</file>

<file path=ppt/slides/_rels/slide2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8" name="PlaceHolder 1"/>
          <p:cNvSpPr>
            <a:spLocks noGrp="1"/>
          </p:cNvSpPr>
          <p:nvPr>
            <p:ph type="title"/>
          </p:nvPr>
        </p:nvSpPr>
        <p:spPr>
          <a:xfrm>
            <a:off x="457560" y="107712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1" lang="en-US" sz="2600" strike="noStrike" u="none" cap="all">
                <a:solidFill>
                  <a:schemeClr val="dk1"/>
                </a:solidFill>
                <a:effectLst/>
                <a:uFillTx/>
                <a:latin typeface="DejaVu Math TeX Gyre"/>
              </a:rPr>
              <a:t>REAL-TIME ELECTRICITY CONSUMPTION MONITORING SYSTEM</a:t>
            </a:r>
            <a:endParaRPr b="0" lang="en-US" sz="2600" strike="noStrike" u="none">
              <a:solidFill>
                <a:schemeClr val="lt1"/>
              </a:solidFill>
              <a:effectLst/>
              <a:uFillTx/>
              <a:latin typeface="Century Gothic"/>
            </a:endParaRPr>
          </a:p>
        </p:txBody>
      </p:sp>
      <p:sp>
        <p:nvSpPr>
          <p:cNvPr id="279" name="PlaceHolder 2"/>
          <p:cNvSpPr>
            <a:spLocks noGrp="1"/>
          </p:cNvSpPr>
          <p:nvPr>
            <p:ph/>
          </p:nvPr>
        </p:nvSpPr>
        <p:spPr>
          <a:xfrm>
            <a:off x="371880" y="2337480"/>
            <a:ext cx="7979040" cy="2892600"/>
          </a:xfrm>
          <a:prstGeom prst="rect">
            <a:avLst/>
          </a:prstGeom>
          <a:noFill/>
          <a:ln w="0">
            <a:noFill/>
          </a:ln>
        </p:spPr>
        <p:txBody>
          <a:bodyPr lIns="91440" rIns="91440" tIns="45720" bIns="45720" anchor="t">
            <a:noAutofit/>
          </a:bodyPr>
          <a:p>
            <a:pPr marL="171360" indent="0" defTabSz="457200">
              <a:lnSpc>
                <a:spcPct val="100000"/>
              </a:lnSpc>
              <a:spcBef>
                <a:spcPts val="340"/>
              </a:spcBef>
              <a:buNone/>
              <a:tabLst>
                <a:tab algn="l" pos="0"/>
              </a:tabLst>
            </a:pPr>
            <a:endParaRPr b="0" lang="en-US" sz="1700" strike="noStrike" u="none">
              <a:solidFill>
                <a:schemeClr val="lt1"/>
              </a:solidFill>
              <a:effectLst/>
              <a:uFillTx/>
              <a:latin typeface="Century Gothic"/>
            </a:endParaRPr>
          </a:p>
          <a:p>
            <a:pPr marL="1296000" indent="0" defTabSz="457200">
              <a:lnSpc>
                <a:spcPct val="100000"/>
              </a:lnSpc>
              <a:spcBef>
                <a:spcPts val="729"/>
              </a:spcBef>
              <a:buNone/>
              <a:tabLst>
                <a:tab algn="l" pos="0"/>
              </a:tabLst>
            </a:pPr>
            <a:endParaRPr b="0" lang="en-US" sz="1700" strike="noStrike" u="none">
              <a:solidFill>
                <a:schemeClr val="lt1"/>
              </a:solidFill>
              <a:effectLst/>
              <a:uFillTx/>
              <a:latin typeface="Century Gothic"/>
            </a:endParaRPr>
          </a:p>
          <a:p>
            <a:pPr marL="1296000" indent="0" defTabSz="457200">
              <a:lnSpc>
                <a:spcPct val="100000"/>
              </a:lnSpc>
              <a:spcBef>
                <a:spcPts val="729"/>
              </a:spcBef>
              <a:buNone/>
              <a:tabLst>
                <a:tab algn="l" pos="0"/>
              </a:tabLst>
            </a:pPr>
            <a:r>
              <a:rPr b="0" lang="en-US" sz="1700" strike="noStrike" u="none">
                <a:solidFill>
                  <a:schemeClr val="dk1"/>
                </a:solidFill>
                <a:effectLst/>
                <a:uFillTx/>
                <a:latin typeface="Times New Roman"/>
                <a:ea typeface="Noto Sans CJK SC"/>
              </a:rPr>
              <a:t>DHANASEKARAN E  -  922222104009</a:t>
            </a:r>
            <a:endParaRPr b="0" lang="en-US" sz="1700" strike="noStrike" u="none">
              <a:solidFill>
                <a:schemeClr val="lt1"/>
              </a:solidFill>
              <a:effectLst/>
              <a:uFillTx/>
              <a:latin typeface="Century Gothic"/>
            </a:endParaRPr>
          </a:p>
          <a:p>
            <a:pPr marL="1296000" indent="0" defTabSz="457200">
              <a:lnSpc>
                <a:spcPct val="100000"/>
              </a:lnSpc>
              <a:spcBef>
                <a:spcPts val="729"/>
              </a:spcBef>
              <a:buNone/>
              <a:tabLst>
                <a:tab algn="l" pos="0"/>
              </a:tabLst>
            </a:pPr>
            <a:r>
              <a:rPr b="0" lang="en-US" sz="1700" strike="noStrike" u="none">
                <a:solidFill>
                  <a:schemeClr val="dk1"/>
                </a:solidFill>
                <a:effectLst/>
                <a:uFillTx/>
                <a:latin typeface="Times New Roman"/>
                <a:ea typeface="Noto Sans CJK SC"/>
              </a:rPr>
              <a:t>HARISHBABU H         -  922222104014</a:t>
            </a:r>
            <a:endParaRPr b="0" lang="en-US" sz="1700" strike="noStrike" u="none">
              <a:solidFill>
                <a:schemeClr val="lt1"/>
              </a:solidFill>
              <a:effectLst/>
              <a:uFillTx/>
              <a:latin typeface="Century Gothic"/>
            </a:endParaRPr>
          </a:p>
          <a:p>
            <a:pPr marL="1296000" indent="0" defTabSz="457200">
              <a:lnSpc>
                <a:spcPct val="100000"/>
              </a:lnSpc>
              <a:spcBef>
                <a:spcPts val="729"/>
              </a:spcBef>
              <a:buNone/>
              <a:tabLst>
                <a:tab algn="l" pos="0"/>
              </a:tabLst>
            </a:pPr>
            <a:r>
              <a:rPr b="0" lang="en-US" sz="1700" strike="noStrike" u="none">
                <a:solidFill>
                  <a:schemeClr val="dk1"/>
                </a:solidFill>
                <a:effectLst/>
                <a:uFillTx/>
                <a:latin typeface="Times New Roman"/>
                <a:ea typeface="Noto Sans CJK SC"/>
              </a:rPr>
              <a:t>JAIGANESH R             -  922222104018</a:t>
            </a:r>
            <a:endParaRPr b="0" lang="en-US" sz="1700" strike="noStrike" u="none">
              <a:solidFill>
                <a:schemeClr val="lt1"/>
              </a:solidFill>
              <a:effectLst/>
              <a:uFillTx/>
              <a:latin typeface="Century Gothic"/>
            </a:endParaRPr>
          </a:p>
          <a:p>
            <a:pPr marL="171360" indent="0" defTabSz="457200">
              <a:lnSpc>
                <a:spcPct val="100000"/>
              </a:lnSpc>
              <a:spcBef>
                <a:spcPts val="340"/>
              </a:spcBef>
              <a:buNone/>
              <a:tabLst>
                <a:tab algn="l" pos="0"/>
              </a:tabLst>
            </a:pPr>
            <a:endParaRPr b="0" lang="en-US" sz="1700" strike="noStrike" u="none">
              <a:solidFill>
                <a:schemeClr val="lt1"/>
              </a:solidFill>
              <a:effectLst/>
              <a:uFillTx/>
              <a:latin typeface="Century Gothic"/>
            </a:endParaRPr>
          </a:p>
          <a:p>
            <a:pPr marL="4320000" indent="0" defTabSz="457200">
              <a:lnSpc>
                <a:spcPct val="90000"/>
              </a:lnSpc>
              <a:spcBef>
                <a:spcPts val="221"/>
              </a:spcBef>
              <a:buNone/>
              <a:tabLst>
                <a:tab algn="l" pos="0"/>
              </a:tabLst>
            </a:pPr>
            <a:endParaRPr b="0" lang="en-US" sz="1700" strike="noStrike" u="none">
              <a:solidFill>
                <a:schemeClr val="lt1"/>
              </a:solidFill>
              <a:effectLst/>
              <a:uFillTx/>
              <a:latin typeface="Century Gothic"/>
            </a:endParaRPr>
          </a:p>
          <a:p>
            <a:pPr marL="4320000" indent="0" defTabSz="457200">
              <a:lnSpc>
                <a:spcPct val="90000"/>
              </a:lnSpc>
              <a:spcBef>
                <a:spcPts val="221"/>
              </a:spcBef>
              <a:buNone/>
              <a:tabLst>
                <a:tab algn="l" pos="0"/>
              </a:tabLst>
            </a:pPr>
            <a:r>
              <a:rPr b="0" lang="en-US" sz="1700" strike="noStrike" u="none">
                <a:solidFill>
                  <a:schemeClr val="dk1"/>
                </a:solidFill>
                <a:effectLst/>
                <a:uFillTx/>
                <a:latin typeface="Times New Roman"/>
                <a:ea typeface="Noto Sans CJK SC"/>
              </a:rPr>
              <a:t>   Guide: Mr.D.Rajapandi</a:t>
            </a:r>
            <a:endParaRPr b="0" lang="en-US" sz="1700" strike="noStrike" u="none">
              <a:solidFill>
                <a:schemeClr val="lt1"/>
              </a:solidFill>
              <a:effectLst/>
              <a:uFillTx/>
              <a:latin typeface="Century Gothic"/>
            </a:endParaRPr>
          </a:p>
          <a:p>
            <a:pPr marL="171360" indent="0" defTabSz="457200">
              <a:lnSpc>
                <a:spcPct val="100000"/>
              </a:lnSpc>
              <a:spcBef>
                <a:spcPts val="340"/>
              </a:spcBef>
              <a:buNone/>
              <a:tabLst>
                <a:tab algn="l" pos="0"/>
              </a:tabLst>
            </a:pPr>
            <a:endParaRPr b="0" lang="en-US" sz="1700" strike="noStrike" u="none">
              <a:solidFill>
                <a:schemeClr val="lt1"/>
              </a:solidFill>
              <a:effectLst/>
              <a:uFillTx/>
              <a:latin typeface="Century Gothic"/>
            </a:endParaRPr>
          </a:p>
          <a:p>
            <a:pPr marL="343080" indent="0" defTabSz="457200">
              <a:lnSpc>
                <a:spcPct val="100000"/>
              </a:lnSpc>
              <a:spcBef>
                <a:spcPts val="340"/>
              </a:spcBef>
              <a:buNone/>
              <a:tabLst>
                <a:tab algn="l" pos="0"/>
              </a:tabLst>
            </a:pPr>
            <a:endParaRPr b="0" lang="en-US" sz="1700" strike="noStrike" u="none">
              <a:solidFill>
                <a:schemeClr val="lt1"/>
              </a:solidFill>
              <a:effectLst/>
              <a:uFillTx/>
              <a:latin typeface="Century Gothic"/>
            </a:endParaRPr>
          </a:p>
        </p:txBody>
      </p:sp>
      <p:sp>
        <p:nvSpPr>
          <p:cNvPr id="280" name="TextBox 2"/>
          <p:cNvSpPr/>
          <p:nvPr/>
        </p:nvSpPr>
        <p:spPr>
          <a:xfrm>
            <a:off x="1810440" y="1913040"/>
            <a:ext cx="5748120" cy="369000"/>
          </a:xfrm>
          <a:prstGeom prst="rect">
            <a:avLst/>
          </a:prstGeom>
          <a:noFill/>
          <a:ln w="0">
            <a:noFill/>
          </a:ln>
        </p:spPr>
        <p:style>
          <a:lnRef idx="0"/>
          <a:fillRef idx="0"/>
          <a:effectRef idx="0"/>
          <a:fontRef idx="minor"/>
        </p:style>
        <p:txBody>
          <a:bodyPr lIns="90000" rIns="90000" tIns="45000" bIns="45000" anchor="t">
            <a:spAutoFit/>
          </a:bodyPr>
          <a:p>
            <a:pPr marL="343080" defTabSz="457200">
              <a:lnSpc>
                <a:spcPct val="100000"/>
              </a:lnSpc>
              <a:spcBef>
                <a:spcPts val="340"/>
              </a:spcBef>
              <a:tabLst>
                <a:tab algn="l" pos="0"/>
              </a:tabLst>
            </a:pPr>
            <a:r>
              <a:rPr b="0" lang="en-US" sz="1800" strike="noStrike" u="none">
                <a:solidFill>
                  <a:schemeClr val="dk1"/>
                </a:solidFill>
                <a:effectLst/>
                <a:uFillTx/>
                <a:latin typeface="Times New Roman"/>
              </a:rPr>
              <a:t> </a:t>
            </a:r>
            <a:r>
              <a:rPr b="0" lang="en-US" sz="1800" strike="noStrike" u="none">
                <a:solidFill>
                  <a:schemeClr val="dk1"/>
                </a:solidFill>
                <a:effectLst/>
                <a:uFillTx/>
                <a:latin typeface="Times New Roman"/>
              </a:rPr>
              <a:t>	</a:t>
            </a:r>
            <a:r>
              <a:rPr b="0" lang="en-US" sz="1800" strike="noStrike" u="none">
                <a:solidFill>
                  <a:schemeClr val="dk1"/>
                </a:solidFill>
                <a:effectLst/>
                <a:uFillTx/>
                <a:latin typeface="Times New Roman"/>
              </a:rPr>
              <a:t>(IoT Based Smart Energy Monitoring System)</a:t>
            </a:r>
            <a:endParaRPr b="0" lang="en-IN" sz="1800" strike="noStrike" u="none">
              <a:solidFill>
                <a:srgbClr val="000000"/>
              </a:solidFill>
              <a:effectLst/>
              <a:uFillTx/>
              <a:latin typeface="Arial"/>
            </a:endParaRPr>
          </a:p>
        </p:txBody>
      </p:sp>
      <p:sp>
        <p:nvSpPr>
          <p:cNvPr id="281" name="TextBox 4"/>
          <p:cNvSpPr/>
          <p:nvPr/>
        </p:nvSpPr>
        <p:spPr>
          <a:xfrm>
            <a:off x="-124920" y="2596680"/>
            <a:ext cx="4571640" cy="369000"/>
          </a:xfrm>
          <a:prstGeom prst="rect">
            <a:avLst/>
          </a:prstGeom>
          <a:noFill/>
          <a:ln w="0">
            <a:noFill/>
          </a:ln>
        </p:spPr>
        <p:style>
          <a:lnRef idx="0"/>
          <a:fillRef idx="0"/>
          <a:effectRef idx="0"/>
          <a:fontRef idx="minor"/>
        </p:style>
        <p:txBody>
          <a:bodyPr lIns="90000" rIns="90000" tIns="45000" bIns="45000" anchor="t">
            <a:spAutoFit/>
          </a:bodyPr>
          <a:p>
            <a:pPr marL="1296000" defTabSz="457200">
              <a:lnSpc>
                <a:spcPct val="100000"/>
              </a:lnSpc>
              <a:spcBef>
                <a:spcPts val="729"/>
              </a:spcBef>
              <a:tabLst>
                <a:tab algn="l" pos="0"/>
              </a:tabLst>
            </a:pPr>
            <a:r>
              <a:rPr b="0" lang="en-US" sz="1800" strike="noStrike" u="none">
                <a:solidFill>
                  <a:schemeClr val="dk1"/>
                </a:solidFill>
                <a:effectLst/>
                <a:uFillTx/>
                <a:latin typeface="Times New Roman"/>
              </a:rPr>
              <a:t>Team Members, </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p:nvPr>
        </p:nvSpPr>
        <p:spPr>
          <a:xfrm>
            <a:off x="360000" y="1116000"/>
            <a:ext cx="8376840" cy="4643640"/>
          </a:xfrm>
          <a:prstGeom prst="rect">
            <a:avLst/>
          </a:prstGeom>
          <a:noFill/>
          <a:ln w="0">
            <a:noFill/>
          </a:ln>
        </p:spPr>
        <p:txBody>
          <a:bodyPr lIns="91440" rIns="91440" tIns="45720" bIns="45720" anchor="t">
            <a:noAutofit/>
          </a:bodyPr>
          <a:p>
            <a:pPr marL="343080" indent="0" algn="just" defTabSz="457200">
              <a:lnSpc>
                <a:spcPct val="150000"/>
              </a:lnSpc>
              <a:spcBef>
                <a:spcPts val="907"/>
              </a:spcBef>
              <a:spcAft>
                <a:spcPts val="567"/>
              </a:spcAft>
              <a:buNone/>
              <a:tabLst>
                <a:tab algn="l" pos="0"/>
              </a:tabLst>
            </a:pPr>
            <a:r>
              <a:rPr b="0" lang="en-US" sz="1600" strike="noStrike" u="none">
                <a:solidFill>
                  <a:schemeClr val="dk1"/>
                </a:solidFill>
                <a:effectLst/>
                <a:uFillTx/>
                <a:latin typeface="Arial"/>
                <a:ea typeface="Noto Sans CJK SC"/>
              </a:rPr>
              <a:t> </a:t>
            </a:r>
            <a:r>
              <a:rPr b="0" lang="en-US" sz="1600" strike="noStrike" u="none">
                <a:solidFill>
                  <a:schemeClr val="dk1"/>
                </a:solidFill>
                <a:effectLst/>
                <a:uFillTx/>
                <a:latin typeface="Arial"/>
                <a:ea typeface="Noto Sans CJK SC"/>
              </a:rPr>
              <a:t>	</a:t>
            </a:r>
            <a:r>
              <a:rPr b="0" lang="en-US" sz="1600" strike="noStrike" u="none">
                <a:solidFill>
                  <a:schemeClr val="dk1"/>
                </a:solidFill>
                <a:effectLst/>
                <a:uFillTx/>
                <a:latin typeface="Arial"/>
                <a:ea typeface="Noto Sans CJK SC"/>
              </a:rPr>
              <a:t>	</a:t>
            </a:r>
            <a:r>
              <a:rPr b="0" lang="en-US" sz="1600" strike="noStrike" u="none">
                <a:solidFill>
                  <a:schemeClr val="dk1"/>
                </a:solidFill>
                <a:effectLst/>
                <a:uFillTx/>
                <a:latin typeface="Arial"/>
                <a:ea typeface="Noto Sans CJK SC"/>
              </a:rPr>
              <a:t>The Real-Time Electricity Consumption Monitoring System is an IoT-based smart energy monitoring solution designed to continuously measure and analyze electrical power usage. The system uses current and voltage sensors connected with an ESP32 microcontroller to collect real-time electrical parameters such as voltage, current, power, and energy consumption. The collected data is processed and transmitted to the ThingSpeak cloud platform through Wi-Fi for live monitoring and visualization. The system helps users track electricity usage efficiently, detect overload conditions, reduce energy wastage, and improve power management. This project provides a low-cost, scalable, and efficient solution for smart homes, industries, and energy management applications.</a:t>
            </a:r>
            <a:endParaRPr b="0" lang="en-US" sz="1600" strike="noStrike" u="none">
              <a:solidFill>
                <a:schemeClr val="lt1"/>
              </a:solidFill>
              <a:effectLst/>
              <a:uFillTx/>
              <a:latin typeface="Century Gothic"/>
            </a:endParaRPr>
          </a:p>
        </p:txBody>
      </p:sp>
      <p:sp>
        <p:nvSpPr>
          <p:cNvPr id="283" name="PlaceHolder 2"/>
          <p:cNvSpPr>
            <a:spLocks noGrp="1"/>
          </p:cNvSpPr>
          <p:nvPr>
            <p:ph type="title"/>
          </p:nvPr>
        </p:nvSpPr>
        <p:spPr>
          <a:xfrm>
            <a:off x="457200" y="22212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1" lang="en-US" sz="2600" strike="noStrike" u="none" cap="all">
                <a:solidFill>
                  <a:schemeClr val="dk1"/>
                </a:solidFill>
                <a:effectLst/>
                <a:uFillTx/>
                <a:latin typeface="DejaVu Math TeX Gyre"/>
              </a:rPr>
              <a:t>ABSTRACT</a:t>
            </a:r>
            <a:endParaRPr b="0" lang="en-US" sz="2600" strike="noStrike" u="none">
              <a:solidFill>
                <a:schemeClr val="lt1"/>
              </a:solidFill>
              <a:effectLst/>
              <a:uFillTx/>
              <a:latin typeface="Century Gothic"/>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TextBox 69"/>
          <p:cNvSpPr/>
          <p:nvPr/>
        </p:nvSpPr>
        <p:spPr>
          <a:xfrm>
            <a:off x="2987640" y="800640"/>
            <a:ext cx="3168360" cy="751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2600" strike="noStrike" u="none">
                <a:solidFill>
                  <a:schemeClr val="dk1"/>
                </a:solidFill>
                <a:effectLst/>
                <a:uFillTx/>
                <a:latin typeface="DejaVu Math TeX Gyre"/>
              </a:rPr>
              <a:t>INTRODUCTION</a:t>
            </a:r>
            <a:endParaRPr b="0" lang="en-IN" sz="2600" strike="noStrike" u="none">
              <a:solidFill>
                <a:srgbClr val="000000"/>
              </a:solidFill>
              <a:effectLst/>
              <a:uFillTx/>
              <a:latin typeface="Arial"/>
            </a:endParaRPr>
          </a:p>
        </p:txBody>
      </p:sp>
      <p:sp>
        <p:nvSpPr>
          <p:cNvPr id="285" name="TextBox 70"/>
          <p:cNvSpPr/>
          <p:nvPr/>
        </p:nvSpPr>
        <p:spPr>
          <a:xfrm>
            <a:off x="612000" y="1356840"/>
            <a:ext cx="7919640" cy="36241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endParaRPr b="0" lang="en-IN" sz="1700" strike="noStrike" u="none">
              <a:solidFill>
                <a:srgbClr val="000000"/>
              </a:solidFill>
              <a:effectLst/>
              <a:uFillTx/>
              <a:latin typeface="Arial"/>
            </a:endParaRPr>
          </a:p>
          <a:p>
            <a:pPr algn="just" defTabSz="914400">
              <a:lnSpc>
                <a:spcPct val="115000"/>
              </a:lnSpc>
            </a:pPr>
            <a:r>
              <a:rPr b="0" lang="en-IN" sz="1700" strike="noStrike" u="none">
                <a:solidFill>
                  <a:schemeClr val="dk1"/>
                </a:solidFill>
                <a:effectLst/>
                <a:uFillTx/>
                <a:latin typeface="Calibri"/>
              </a:rPr>
              <a:t>	</a:t>
            </a:r>
            <a:r>
              <a:rPr b="0" lang="en-IN" sz="1700" strike="noStrike" u="none">
                <a:solidFill>
                  <a:schemeClr val="dk1"/>
                </a:solidFill>
                <a:effectLst/>
                <a:uFillTx/>
                <a:latin typeface="Calibri"/>
              </a:rPr>
              <a:t>Electricity consumption is increasing rapidly due to the growth of industries, smart homes, and modern electrical appliances. Efficient energy management has become an important requirement for reducing electricity wastage and improving power utilization. Traditional electricity monitoring systems provide only periodic readings and do not support real-time monitoring or remote access. This makes it difficult for users to analyze power consumption, detect overload conditions, and optimize energy usage effectively. This project enables remote monitoring, graphical visualization, and efficient energy management using cloud technology.</a:t>
            </a:r>
            <a:endParaRPr b="0" lang="en-IN" sz="1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p:nvPr>
        </p:nvSpPr>
        <p:spPr>
          <a:xfrm>
            <a:off x="457200" y="1528560"/>
            <a:ext cx="8228880" cy="3669840"/>
          </a:xfrm>
          <a:prstGeom prst="rect">
            <a:avLst/>
          </a:prstGeom>
          <a:noFill/>
          <a:ln w="0">
            <a:noFill/>
          </a:ln>
        </p:spPr>
        <p:txBody>
          <a:bodyPr lIns="91440" rIns="91440" tIns="45720" bIns="45720" anchor="t">
            <a:noAutofit/>
          </a:bodyPr>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Traditional electricity meters provide only periodic readings.</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No cloud integration or remote monitoring features.</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Difficult to identify overload and abnormal consumption.</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Manual monitoring causes delays in energy analysis.</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No graphical visualization of electricity consumption.</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Lack of real-time fault detection.</a:t>
            </a:r>
            <a:endParaRPr b="0" lang="en-US" sz="1700" strike="noStrike" u="none">
              <a:solidFill>
                <a:schemeClr val="lt1"/>
              </a:solidFill>
              <a:effectLst/>
              <a:uFillTx/>
              <a:latin typeface="Century Gothic"/>
            </a:endParaRPr>
          </a:p>
        </p:txBody>
      </p:sp>
      <p:sp>
        <p:nvSpPr>
          <p:cNvPr id="287" name="PlaceHolder 2"/>
          <p:cNvSpPr>
            <a:spLocks noGrp="1"/>
          </p:cNvSpPr>
          <p:nvPr>
            <p:ph type="title"/>
          </p:nvPr>
        </p:nvSpPr>
        <p:spPr>
          <a:xfrm>
            <a:off x="249840" y="45360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1" lang="en-US" sz="2600" strike="noStrike" u="none" cap="all">
                <a:solidFill>
                  <a:schemeClr val="dk1"/>
                </a:solidFill>
                <a:effectLst/>
                <a:uFillTx/>
                <a:latin typeface="DejaVu Math TeX Gyre"/>
              </a:rPr>
              <a:t>EXISTING SYSTEM</a:t>
            </a:r>
            <a:endParaRPr b="0" lang="en-US" sz="2600" strike="noStrike" u="none">
              <a:solidFill>
                <a:schemeClr val="lt1"/>
              </a:solidFill>
              <a:effectLst/>
              <a:uFillTx/>
              <a:latin typeface="Century Gothic"/>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p:nvPr>
        </p:nvSpPr>
        <p:spPr>
          <a:xfrm>
            <a:off x="457200" y="1522080"/>
            <a:ext cx="8228880" cy="3669840"/>
          </a:xfrm>
          <a:prstGeom prst="rect">
            <a:avLst/>
          </a:prstGeom>
          <a:noFill/>
          <a:ln w="0">
            <a:noFill/>
          </a:ln>
        </p:spPr>
        <p:txBody>
          <a:bodyPr lIns="91440" rIns="91440" tIns="45720" bIns="45720" anchor="t">
            <a:noAutofit/>
          </a:bodyPr>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Increased electricity wastage.</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Delayed identification of faults and overload conditions.</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No remote monitoring capability.</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Poor energy management efficiency.</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Lack of accurate real-time data visualization.</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Manual monitoring process increases complexity.</a:t>
            </a:r>
            <a:endParaRPr b="0" lang="en-US" sz="1700" strike="noStrike" u="none">
              <a:solidFill>
                <a:schemeClr val="lt1"/>
              </a:solidFill>
              <a:effectLst/>
              <a:uFillTx/>
              <a:latin typeface="Century Gothic"/>
            </a:endParaRPr>
          </a:p>
        </p:txBody>
      </p:sp>
      <p:sp>
        <p:nvSpPr>
          <p:cNvPr id="289" name="PlaceHolder 2"/>
          <p:cNvSpPr>
            <a:spLocks noGrp="1"/>
          </p:cNvSpPr>
          <p:nvPr>
            <p:ph type="title"/>
          </p:nvPr>
        </p:nvSpPr>
        <p:spPr>
          <a:xfrm>
            <a:off x="457200" y="59544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1" lang="en-US" sz="2600" strike="noStrike" u="none" cap="all">
                <a:solidFill>
                  <a:schemeClr val="dk1"/>
                </a:solidFill>
                <a:effectLst/>
                <a:uFillTx/>
                <a:latin typeface="DejaVu Math TeX Gyre"/>
              </a:rPr>
              <a:t>DISADVANTAGES OF EXISTING SYSTEM</a:t>
            </a:r>
            <a:endParaRPr b="0" lang="en-US" sz="2600" strike="noStrike" u="none">
              <a:solidFill>
                <a:schemeClr val="lt1"/>
              </a:solidFill>
              <a:effectLst/>
              <a:uFillTx/>
              <a:latin typeface="Century Gothic"/>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p:nvPr>
        </p:nvSpPr>
        <p:spPr>
          <a:xfrm>
            <a:off x="457560" y="1565280"/>
            <a:ext cx="8228880" cy="3669840"/>
          </a:xfrm>
          <a:prstGeom prst="rect">
            <a:avLst/>
          </a:prstGeom>
          <a:noFill/>
          <a:ln w="0">
            <a:noFill/>
          </a:ln>
        </p:spPr>
        <p:txBody>
          <a:bodyPr lIns="91440" rIns="91440" tIns="45720" bIns="45720" anchor="t">
            <a:noAutofit/>
          </a:bodyPr>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IoT-based electricity monitoring system using ESP32.</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Real-time measurement of voltage, current, power, and energy.</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Wireless communication through Wi-Fi.</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ThingSpeak cloud integration for graphical visualization.</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Remote access to electricity consumption data.</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Automatic and continuous monitoring system.</a:t>
            </a:r>
            <a:endParaRPr b="0" lang="en-US" sz="1700" strike="noStrike" u="none">
              <a:solidFill>
                <a:schemeClr val="lt1"/>
              </a:solidFill>
              <a:effectLst/>
              <a:uFillTx/>
              <a:latin typeface="Century Gothic"/>
            </a:endParaRPr>
          </a:p>
        </p:txBody>
      </p:sp>
      <p:sp>
        <p:nvSpPr>
          <p:cNvPr id="291" name="PlaceHolder 2"/>
          <p:cNvSpPr>
            <a:spLocks noGrp="1"/>
          </p:cNvSpPr>
          <p:nvPr>
            <p:ph type="title"/>
          </p:nvPr>
        </p:nvSpPr>
        <p:spPr>
          <a:xfrm>
            <a:off x="140040" y="51480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1" lang="en-US" sz="2600" strike="noStrike" u="none" cap="all">
                <a:solidFill>
                  <a:schemeClr val="dk1"/>
                </a:solidFill>
                <a:effectLst/>
                <a:uFillTx/>
                <a:latin typeface="DejaVu Math TeX Gyre"/>
              </a:rPr>
              <a:t>PROPOSED SYSTEM</a:t>
            </a:r>
            <a:endParaRPr b="0" lang="en-US" sz="2600" strike="noStrike" u="none">
              <a:solidFill>
                <a:schemeClr val="lt1"/>
              </a:solidFill>
              <a:effectLst/>
              <a:uFillTx/>
              <a:latin typeface="Century Gothic"/>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p:nvPr>
        </p:nvSpPr>
        <p:spPr>
          <a:xfrm>
            <a:off x="457560" y="1522080"/>
            <a:ext cx="8228880" cy="3669840"/>
          </a:xfrm>
          <a:prstGeom prst="rect">
            <a:avLst/>
          </a:prstGeom>
          <a:noFill/>
          <a:ln w="0">
            <a:noFill/>
          </a:ln>
        </p:spPr>
        <p:txBody>
          <a:bodyPr lIns="91440" rIns="91440" tIns="45720" bIns="45720" anchor="t">
            <a:noAutofit/>
          </a:bodyPr>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Real-time electricity monitoring.</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Cloud-based remote access.</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Accurate measurement of electrical parameters.</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Early detection of overload conditions.</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Reduced electricity wastage.</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Low-cost and scalable implementation.</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Better energy management and analysis.</a:t>
            </a:r>
            <a:endParaRPr b="0" lang="en-US" sz="1700" strike="noStrike" u="none">
              <a:solidFill>
                <a:schemeClr val="lt1"/>
              </a:solidFill>
              <a:effectLst/>
              <a:uFillTx/>
              <a:latin typeface="Century Gothic"/>
            </a:endParaRPr>
          </a:p>
        </p:txBody>
      </p:sp>
      <p:sp>
        <p:nvSpPr>
          <p:cNvPr id="293" name="PlaceHolder 2"/>
          <p:cNvSpPr>
            <a:spLocks noGrp="1"/>
          </p:cNvSpPr>
          <p:nvPr>
            <p:ph type="title"/>
          </p:nvPr>
        </p:nvSpPr>
        <p:spPr>
          <a:xfrm>
            <a:off x="311040" y="59544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1" lang="en-US" sz="2600" strike="noStrike" u="none" cap="all">
                <a:solidFill>
                  <a:schemeClr val="dk1"/>
                </a:solidFill>
                <a:effectLst/>
                <a:uFillTx/>
                <a:latin typeface="DejaVu Math TeX Gyre"/>
              </a:rPr>
              <a:t>ADVANTAGES OF PROPOSED SYSTEM</a:t>
            </a:r>
            <a:endParaRPr b="0" lang="en-US" sz="2600" strike="noStrike" u="none">
              <a:solidFill>
                <a:schemeClr val="lt1"/>
              </a:solidFill>
              <a:effectLst/>
              <a:uFillTx/>
              <a:latin typeface="Century Gothic"/>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p:nvPr>
        </p:nvSpPr>
        <p:spPr>
          <a:xfrm>
            <a:off x="457200" y="1297080"/>
            <a:ext cx="8228880" cy="1329840"/>
          </a:xfrm>
          <a:prstGeom prst="rect">
            <a:avLst/>
          </a:prstGeom>
          <a:noFill/>
          <a:ln w="0">
            <a:noFill/>
          </a:ln>
        </p:spPr>
        <p:txBody>
          <a:bodyPr lIns="91440" rIns="91440" tIns="45720" bIns="45720" anchor="t">
            <a:noAutofit/>
          </a:bodyPr>
          <a:p>
            <a:pPr indent="0">
              <a:lnSpc>
                <a:spcPct val="90000"/>
              </a:lnSpc>
              <a:spcBef>
                <a:spcPts val="1417"/>
              </a:spcBef>
              <a:buNone/>
            </a:pPr>
            <a:endParaRPr b="0" lang="en-US" sz="1650" strike="noStrike" u="none">
              <a:solidFill>
                <a:schemeClr val="lt1"/>
              </a:solidFill>
              <a:effectLst/>
              <a:uFillTx/>
              <a:latin typeface="Century Gothic"/>
            </a:endParaRPr>
          </a:p>
        </p:txBody>
      </p:sp>
      <p:sp>
        <p:nvSpPr>
          <p:cNvPr id="295" name="PlaceHolder 2"/>
          <p:cNvSpPr>
            <a:spLocks noGrp="1"/>
          </p:cNvSpPr>
          <p:nvPr>
            <p:ph type="title"/>
          </p:nvPr>
        </p:nvSpPr>
        <p:spPr>
          <a:xfrm>
            <a:off x="457200" y="22212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1" lang="en-US" sz="2600" strike="noStrike" u="none" cap="all">
                <a:solidFill>
                  <a:schemeClr val="dk1"/>
                </a:solidFill>
                <a:effectLst/>
                <a:uFillTx/>
                <a:latin typeface="DejaVu Math TeX Gyre"/>
              </a:rPr>
              <a:t>BLOCK DIAGRAM</a:t>
            </a:r>
            <a:endParaRPr b="0" lang="en-US" sz="2600" strike="noStrike" u="none">
              <a:solidFill>
                <a:schemeClr val="lt1"/>
              </a:solidFill>
              <a:effectLst/>
              <a:uFillTx/>
              <a:latin typeface="Century Gothic"/>
            </a:endParaRPr>
          </a:p>
        </p:txBody>
      </p:sp>
      <p:pic>
        <p:nvPicPr>
          <p:cNvPr id="296" name="Picture 81" descr=""/>
          <p:cNvPicPr/>
          <p:nvPr/>
        </p:nvPicPr>
        <p:blipFill>
          <a:blip r:embed="rId1"/>
          <a:srcRect l="1571" t="17719" r="1969" b="23187"/>
          <a:stretch/>
        </p:blipFill>
        <p:spPr>
          <a:xfrm>
            <a:off x="180360" y="1220760"/>
            <a:ext cx="8819280" cy="327888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7" name="Content Placeholder 3" descr=""/>
          <p:cNvPicPr/>
          <p:nvPr/>
        </p:nvPicPr>
        <p:blipFill>
          <a:blip r:embed="rId1"/>
          <a:srcRect l="1031" t="9650" r="0" b="1604"/>
          <a:stretch/>
        </p:blipFill>
        <p:spPr>
          <a:xfrm>
            <a:off x="720000" y="1258560"/>
            <a:ext cx="7966080" cy="3821760"/>
          </a:xfrm>
          <a:prstGeom prst="rect">
            <a:avLst/>
          </a:prstGeom>
          <a:noFill/>
          <a:ln w="0">
            <a:noFill/>
          </a:ln>
          <a:effectLst>
            <a:outerShdw blurRad="25560">
              <a:srgbClr val="000000">
                <a:alpha val="46000"/>
              </a:srgbClr>
            </a:outerShdw>
          </a:effectLst>
        </p:spPr>
      </p:pic>
      <p:sp>
        <p:nvSpPr>
          <p:cNvPr id="298" name="PlaceHolder 1"/>
          <p:cNvSpPr>
            <a:spLocks noGrp="1"/>
          </p:cNvSpPr>
          <p:nvPr>
            <p:ph type="title"/>
          </p:nvPr>
        </p:nvSpPr>
        <p:spPr>
          <a:xfrm>
            <a:off x="457200" y="33192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1" lang="en-US" sz="2600" strike="noStrike" u="none" cap="all">
                <a:solidFill>
                  <a:schemeClr val="dk1"/>
                </a:solidFill>
                <a:effectLst/>
                <a:uFillTx/>
                <a:latin typeface="Calibri"/>
              </a:rPr>
              <a:t>SYSTEM ARCHITECTURE</a:t>
            </a:r>
            <a:endParaRPr b="0" lang="en-US" sz="2600" strike="noStrike" u="none">
              <a:solidFill>
                <a:schemeClr val="lt1"/>
              </a:solidFill>
              <a:effectLst/>
              <a:uFillTx/>
              <a:latin typeface="Century Gothic"/>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p:nvPr>
        </p:nvSpPr>
        <p:spPr>
          <a:xfrm>
            <a:off x="457200" y="1297080"/>
            <a:ext cx="8228880" cy="3669840"/>
          </a:xfrm>
          <a:prstGeom prst="rect">
            <a:avLst/>
          </a:prstGeom>
          <a:noFill/>
          <a:ln w="0">
            <a:noFill/>
          </a:ln>
        </p:spPr>
        <p:txBody>
          <a:bodyPr lIns="91440" rIns="91440" tIns="45720" bIns="45720" anchor="t">
            <a:noAutofit/>
          </a:bodyPr>
          <a:p>
            <a:pPr indent="0">
              <a:lnSpc>
                <a:spcPct val="90000"/>
              </a:lnSpc>
              <a:spcBef>
                <a:spcPts val="1417"/>
              </a:spcBef>
              <a:buNone/>
            </a:pPr>
            <a:endParaRPr b="0" lang="en-US" sz="1650" strike="noStrike" u="none">
              <a:solidFill>
                <a:schemeClr val="lt1"/>
              </a:solidFill>
              <a:effectLst/>
              <a:uFillTx/>
              <a:latin typeface="Century Gothic"/>
            </a:endParaRPr>
          </a:p>
        </p:txBody>
      </p:sp>
      <p:sp>
        <p:nvSpPr>
          <p:cNvPr id="300" name="PlaceHolder 2"/>
          <p:cNvSpPr>
            <a:spLocks noGrp="1"/>
          </p:cNvSpPr>
          <p:nvPr>
            <p:ph type="title"/>
          </p:nvPr>
        </p:nvSpPr>
        <p:spPr>
          <a:xfrm>
            <a:off x="311040" y="30564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1" lang="en-US" sz="2600" strike="noStrike" u="none" cap="all">
                <a:solidFill>
                  <a:schemeClr val="dk1"/>
                </a:solidFill>
                <a:effectLst/>
                <a:uFillTx/>
                <a:latin typeface="DejaVu Math TeX Gyre"/>
              </a:rPr>
              <a:t>CIRCUIT DIAGRAM</a:t>
            </a:r>
            <a:endParaRPr b="0" lang="en-US" sz="2600" strike="noStrike" u="none">
              <a:solidFill>
                <a:schemeClr val="lt1"/>
              </a:solidFill>
              <a:effectLst/>
              <a:uFillTx/>
              <a:latin typeface="Century Gothic"/>
            </a:endParaRPr>
          </a:p>
        </p:txBody>
      </p:sp>
      <p:pic>
        <p:nvPicPr>
          <p:cNvPr id="301" name="Picture 3" descr="cc.png"/>
          <p:cNvPicPr/>
          <p:nvPr/>
        </p:nvPicPr>
        <p:blipFill>
          <a:blip r:embed="rId1"/>
          <a:stretch/>
        </p:blipFill>
        <p:spPr>
          <a:xfrm>
            <a:off x="0" y="1297080"/>
            <a:ext cx="9096120" cy="395964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p:nvPr>
        </p:nvSpPr>
        <p:spPr>
          <a:xfrm>
            <a:off x="457200" y="1670400"/>
            <a:ext cx="8228880" cy="3669840"/>
          </a:xfrm>
          <a:prstGeom prst="rect">
            <a:avLst/>
          </a:prstGeom>
          <a:noFill/>
          <a:ln w="0">
            <a:noFill/>
          </a:ln>
        </p:spPr>
        <p:txBody>
          <a:bodyPr lIns="91440" rIns="91440" tIns="45720" bIns="45720" anchor="t">
            <a:noAutofit/>
          </a:bodyPr>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ESP32 Development Board</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ACS712 Current Sensor</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Voltage Sensor</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Resistors and Capacitors</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Wi-Fi Communication Module</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Breadboard and Connecting Wires</a:t>
            </a:r>
            <a:endParaRPr b="0" lang="en-US" sz="1700" strike="noStrike" u="none">
              <a:solidFill>
                <a:schemeClr val="lt1"/>
              </a:solidFill>
              <a:effectLst/>
              <a:uFillTx/>
              <a:latin typeface="Century Gothic"/>
            </a:endParaRPr>
          </a:p>
        </p:txBody>
      </p:sp>
      <p:sp>
        <p:nvSpPr>
          <p:cNvPr id="303" name="PlaceHolder 2"/>
          <p:cNvSpPr>
            <a:spLocks noGrp="1"/>
          </p:cNvSpPr>
          <p:nvPr>
            <p:ph type="title"/>
          </p:nvPr>
        </p:nvSpPr>
        <p:spPr>
          <a:xfrm>
            <a:off x="262080" y="55116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1" lang="en-US" sz="2600" strike="noStrike" u="none" cap="all">
                <a:solidFill>
                  <a:schemeClr val="dk1"/>
                </a:solidFill>
                <a:effectLst/>
                <a:uFillTx/>
                <a:latin typeface="DejaVu Math TeX Gyre"/>
              </a:rPr>
              <a:t>HARDWARE REQUIREMENTS</a:t>
            </a:r>
            <a:endParaRPr b="0" lang="en-US" sz="2600" strike="noStrike" u="none">
              <a:solidFill>
                <a:schemeClr val="lt1"/>
              </a:solidFill>
              <a:effectLst/>
              <a:uFillTx/>
              <a:latin typeface="Century Gothic"/>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p:nvPr>
        </p:nvSpPr>
        <p:spPr>
          <a:xfrm>
            <a:off x="457560" y="1522080"/>
            <a:ext cx="8228880" cy="3669840"/>
          </a:xfrm>
          <a:prstGeom prst="rect">
            <a:avLst/>
          </a:prstGeom>
          <a:noFill/>
          <a:ln w="0">
            <a:noFill/>
          </a:ln>
        </p:spPr>
        <p:txBody>
          <a:bodyPr lIns="91440" rIns="91440" tIns="45720" bIns="45720" anchor="t">
            <a:noAutofit/>
          </a:bodyPr>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Arduino IDE</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C ++</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ThingSpeak Cloud Platform</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HTML, CSS, JavaScript</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HTTP Client Library</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ESP32 Board Package</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Serial Monitor for Debugging</a:t>
            </a:r>
            <a:endParaRPr b="0" lang="en-US" sz="1700" strike="noStrike" u="none">
              <a:solidFill>
                <a:schemeClr val="lt1"/>
              </a:solidFill>
              <a:effectLst/>
              <a:uFillTx/>
              <a:latin typeface="Century Gothic"/>
            </a:endParaRPr>
          </a:p>
        </p:txBody>
      </p:sp>
      <p:sp>
        <p:nvSpPr>
          <p:cNvPr id="305" name="PlaceHolder 2"/>
          <p:cNvSpPr>
            <a:spLocks noGrp="1"/>
          </p:cNvSpPr>
          <p:nvPr>
            <p:ph type="title"/>
          </p:nvPr>
        </p:nvSpPr>
        <p:spPr>
          <a:xfrm>
            <a:off x="298800" y="59544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1" lang="en-US" sz="2600" strike="noStrike" u="none" cap="all">
                <a:solidFill>
                  <a:schemeClr val="dk1"/>
                </a:solidFill>
                <a:effectLst/>
                <a:uFillTx/>
                <a:latin typeface="DejaVu Math TeX Gyre"/>
              </a:rPr>
              <a:t>SOFTWARE REQUIREMENTS</a:t>
            </a:r>
            <a:endParaRPr b="0" lang="en-US" sz="2600" strike="noStrike" u="none">
              <a:solidFill>
                <a:schemeClr val="lt1"/>
              </a:solidFill>
              <a:effectLst/>
              <a:uFillTx/>
              <a:latin typeface="Century Gothic"/>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p:nvPr>
        </p:nvSpPr>
        <p:spPr>
          <a:xfrm>
            <a:off x="2382480" y="1406880"/>
            <a:ext cx="5219640" cy="3669840"/>
          </a:xfrm>
          <a:prstGeom prst="rect">
            <a:avLst/>
          </a:prstGeom>
          <a:noFill/>
          <a:ln w="0">
            <a:noFill/>
          </a:ln>
        </p:spPr>
        <p:txBody>
          <a:bodyPr lIns="91440" rIns="91440" tIns="45720" bIns="45720" anchor="t">
            <a:noAutofit/>
          </a:bodyPr>
          <a:p>
            <a:pPr marL="343080" indent="0" defTabSz="457200">
              <a:lnSpc>
                <a:spcPct val="100000"/>
              </a:lnSpc>
              <a:spcBef>
                <a:spcPts val="340"/>
              </a:spcBef>
              <a:buNone/>
              <a:tabLst>
                <a:tab algn="l" pos="0"/>
              </a:tabLst>
            </a:pPr>
            <a:r>
              <a:rPr b="0" lang="en-US" sz="1700" strike="noStrike" u="none">
                <a:solidFill>
                  <a:schemeClr val="dk1"/>
                </a:solidFill>
                <a:effectLst/>
                <a:uFillTx/>
                <a:latin typeface="Calibri"/>
              </a:rPr>
              <a:t>Voltage &amp; Current Sensing</a:t>
            </a:r>
            <a:endParaRPr b="0" lang="en-US" sz="1700" strike="noStrike" u="none">
              <a:solidFill>
                <a:schemeClr val="lt1"/>
              </a:solidFill>
              <a:effectLst/>
              <a:uFillTx/>
              <a:latin typeface="Century Gothic"/>
            </a:endParaRPr>
          </a:p>
          <a:p>
            <a:pPr marL="343080" indent="0" defTabSz="457200">
              <a:lnSpc>
                <a:spcPct val="100000"/>
              </a:lnSpc>
              <a:spcBef>
                <a:spcPts val="340"/>
              </a:spcBef>
              <a:buNone/>
              <a:tabLst>
                <a:tab algn="l" pos="0"/>
              </a:tabLst>
            </a:pPr>
            <a:r>
              <a:rPr b="0" lang="en-US" sz="1700" strike="noStrike" u="none">
                <a:solidFill>
                  <a:schemeClr val="dk1"/>
                </a:solidFill>
                <a:effectLst/>
                <a:uFillTx/>
                <a:latin typeface="Calibri"/>
              </a:rPr>
              <a:t>                 ↓</a:t>
            </a:r>
            <a:endParaRPr b="0" lang="en-US" sz="1700" strike="noStrike" u="none">
              <a:solidFill>
                <a:schemeClr val="lt1"/>
              </a:solidFill>
              <a:effectLst/>
              <a:uFillTx/>
              <a:latin typeface="Century Gothic"/>
            </a:endParaRPr>
          </a:p>
          <a:p>
            <a:pPr marL="343080" indent="0" defTabSz="457200">
              <a:lnSpc>
                <a:spcPct val="100000"/>
              </a:lnSpc>
              <a:spcBef>
                <a:spcPts val="340"/>
              </a:spcBef>
              <a:buNone/>
              <a:tabLst>
                <a:tab algn="l" pos="0"/>
              </a:tabLst>
            </a:pPr>
            <a:r>
              <a:rPr b="0" lang="en-US" sz="1700" strike="noStrike" u="none">
                <a:solidFill>
                  <a:schemeClr val="dk1"/>
                </a:solidFill>
                <a:effectLst/>
                <a:uFillTx/>
                <a:latin typeface="Calibri"/>
              </a:rPr>
              <a:t>Signal Processing using ESP32</a:t>
            </a:r>
            <a:endParaRPr b="0" lang="en-US" sz="1700" strike="noStrike" u="none">
              <a:solidFill>
                <a:schemeClr val="lt1"/>
              </a:solidFill>
              <a:effectLst/>
              <a:uFillTx/>
              <a:latin typeface="Century Gothic"/>
            </a:endParaRPr>
          </a:p>
          <a:p>
            <a:pPr marL="343080" indent="0" defTabSz="457200">
              <a:lnSpc>
                <a:spcPct val="100000"/>
              </a:lnSpc>
              <a:spcBef>
                <a:spcPts val="340"/>
              </a:spcBef>
              <a:buNone/>
              <a:tabLst>
                <a:tab algn="l" pos="0"/>
              </a:tabLst>
            </a:pPr>
            <a:r>
              <a:rPr b="0" lang="en-US" sz="1700" strike="noStrike" u="none">
                <a:solidFill>
                  <a:schemeClr val="dk1"/>
                </a:solidFill>
                <a:effectLst/>
                <a:uFillTx/>
                <a:latin typeface="Calibri"/>
              </a:rPr>
              <a:t>                 ↓</a:t>
            </a:r>
            <a:endParaRPr b="0" lang="en-US" sz="1700" strike="noStrike" u="none">
              <a:solidFill>
                <a:schemeClr val="lt1"/>
              </a:solidFill>
              <a:effectLst/>
              <a:uFillTx/>
              <a:latin typeface="Century Gothic"/>
            </a:endParaRPr>
          </a:p>
          <a:p>
            <a:pPr marL="343080" indent="0" defTabSz="457200">
              <a:lnSpc>
                <a:spcPct val="100000"/>
              </a:lnSpc>
              <a:spcBef>
                <a:spcPts val="340"/>
              </a:spcBef>
              <a:buNone/>
              <a:tabLst>
                <a:tab algn="l" pos="0"/>
              </a:tabLst>
            </a:pPr>
            <a:r>
              <a:rPr b="0" lang="en-US" sz="1700" strike="noStrike" u="none">
                <a:solidFill>
                  <a:schemeClr val="dk1"/>
                </a:solidFill>
                <a:effectLst/>
                <a:uFillTx/>
                <a:latin typeface="Calibri"/>
              </a:rPr>
              <a:t>Power and Energy Calculation</a:t>
            </a:r>
            <a:endParaRPr b="0" lang="en-US" sz="1700" strike="noStrike" u="none">
              <a:solidFill>
                <a:schemeClr val="lt1"/>
              </a:solidFill>
              <a:effectLst/>
              <a:uFillTx/>
              <a:latin typeface="Century Gothic"/>
            </a:endParaRPr>
          </a:p>
          <a:p>
            <a:pPr marL="343080" indent="0" defTabSz="457200">
              <a:lnSpc>
                <a:spcPct val="100000"/>
              </a:lnSpc>
              <a:spcBef>
                <a:spcPts val="340"/>
              </a:spcBef>
              <a:buNone/>
              <a:tabLst>
                <a:tab algn="l" pos="0"/>
              </a:tabLst>
            </a:pPr>
            <a:r>
              <a:rPr b="0" lang="en-US" sz="1700" strike="noStrike" u="none">
                <a:solidFill>
                  <a:schemeClr val="dk1"/>
                </a:solidFill>
                <a:effectLst/>
                <a:uFillTx/>
                <a:latin typeface="Calibri"/>
              </a:rPr>
              <a:t>                 ↓</a:t>
            </a:r>
            <a:endParaRPr b="0" lang="en-US" sz="1700" strike="noStrike" u="none">
              <a:solidFill>
                <a:schemeClr val="lt1"/>
              </a:solidFill>
              <a:effectLst/>
              <a:uFillTx/>
              <a:latin typeface="Century Gothic"/>
            </a:endParaRPr>
          </a:p>
          <a:p>
            <a:pPr marL="343080" indent="0" defTabSz="457200">
              <a:lnSpc>
                <a:spcPct val="100000"/>
              </a:lnSpc>
              <a:spcBef>
                <a:spcPts val="340"/>
              </a:spcBef>
              <a:buNone/>
              <a:tabLst>
                <a:tab algn="l" pos="0"/>
              </a:tabLst>
            </a:pPr>
            <a:r>
              <a:rPr b="0" lang="en-US" sz="1700" strike="noStrike" u="none">
                <a:solidFill>
                  <a:schemeClr val="dk1"/>
                </a:solidFill>
                <a:effectLst/>
                <a:uFillTx/>
                <a:latin typeface="Calibri"/>
              </a:rPr>
              <a:t>Wi-Fi Data Transmission</a:t>
            </a:r>
            <a:endParaRPr b="0" lang="en-US" sz="1700" strike="noStrike" u="none">
              <a:solidFill>
                <a:schemeClr val="lt1"/>
              </a:solidFill>
              <a:effectLst/>
              <a:uFillTx/>
              <a:latin typeface="Century Gothic"/>
            </a:endParaRPr>
          </a:p>
          <a:p>
            <a:pPr marL="343080" indent="0" defTabSz="457200">
              <a:lnSpc>
                <a:spcPct val="100000"/>
              </a:lnSpc>
              <a:spcBef>
                <a:spcPts val="340"/>
              </a:spcBef>
              <a:buNone/>
              <a:tabLst>
                <a:tab algn="l" pos="0"/>
              </a:tabLst>
            </a:pPr>
            <a:r>
              <a:rPr b="0" lang="en-US" sz="1700" strike="noStrike" u="none">
                <a:solidFill>
                  <a:schemeClr val="dk1"/>
                </a:solidFill>
                <a:effectLst/>
                <a:uFillTx/>
                <a:latin typeface="Calibri"/>
              </a:rPr>
              <a:t>                 ↓</a:t>
            </a:r>
            <a:endParaRPr b="0" lang="en-US" sz="1700" strike="noStrike" u="none">
              <a:solidFill>
                <a:schemeClr val="lt1"/>
              </a:solidFill>
              <a:effectLst/>
              <a:uFillTx/>
              <a:latin typeface="Century Gothic"/>
            </a:endParaRPr>
          </a:p>
          <a:p>
            <a:pPr marL="343080" indent="0" defTabSz="457200">
              <a:lnSpc>
                <a:spcPct val="100000"/>
              </a:lnSpc>
              <a:spcBef>
                <a:spcPts val="340"/>
              </a:spcBef>
              <a:buNone/>
              <a:tabLst>
                <a:tab algn="l" pos="0"/>
              </a:tabLst>
            </a:pPr>
            <a:r>
              <a:rPr b="0" lang="en-US" sz="1700" strike="noStrike" u="none">
                <a:solidFill>
                  <a:schemeClr val="dk1"/>
                </a:solidFill>
                <a:effectLst/>
                <a:uFillTx/>
                <a:latin typeface="Calibri"/>
              </a:rPr>
              <a:t>ThingSpeak Cloud Storage</a:t>
            </a:r>
            <a:endParaRPr b="0" lang="en-US" sz="1700" strike="noStrike" u="none">
              <a:solidFill>
                <a:schemeClr val="lt1"/>
              </a:solidFill>
              <a:effectLst/>
              <a:uFillTx/>
              <a:latin typeface="Century Gothic"/>
            </a:endParaRPr>
          </a:p>
          <a:p>
            <a:pPr marL="343080" indent="0" defTabSz="457200">
              <a:lnSpc>
                <a:spcPct val="100000"/>
              </a:lnSpc>
              <a:spcBef>
                <a:spcPts val="340"/>
              </a:spcBef>
              <a:buNone/>
              <a:tabLst>
                <a:tab algn="l" pos="0"/>
              </a:tabLst>
            </a:pPr>
            <a:r>
              <a:rPr b="0" lang="en-US" sz="1700" strike="noStrike" u="none">
                <a:solidFill>
                  <a:schemeClr val="dk1"/>
                </a:solidFill>
                <a:effectLst/>
                <a:uFillTx/>
                <a:latin typeface="Calibri"/>
              </a:rPr>
              <a:t>                 ↓</a:t>
            </a:r>
            <a:endParaRPr b="0" lang="en-US" sz="1700" strike="noStrike" u="none">
              <a:solidFill>
                <a:schemeClr val="lt1"/>
              </a:solidFill>
              <a:effectLst/>
              <a:uFillTx/>
              <a:latin typeface="Century Gothic"/>
            </a:endParaRPr>
          </a:p>
          <a:p>
            <a:pPr marL="343080" indent="0" defTabSz="457200">
              <a:lnSpc>
                <a:spcPct val="100000"/>
              </a:lnSpc>
              <a:spcBef>
                <a:spcPts val="340"/>
              </a:spcBef>
              <a:buNone/>
              <a:tabLst>
                <a:tab algn="l" pos="0"/>
              </a:tabLst>
            </a:pPr>
            <a:r>
              <a:rPr b="0" lang="en-US" sz="1700" strike="noStrike" u="none">
                <a:solidFill>
                  <a:schemeClr val="dk1"/>
                </a:solidFill>
                <a:effectLst/>
                <a:uFillTx/>
                <a:latin typeface="Calibri"/>
              </a:rPr>
              <a:t>Real-Time Monitoring and Visualization</a:t>
            </a:r>
            <a:endParaRPr b="0" lang="en-US" sz="1700" strike="noStrike" u="none">
              <a:solidFill>
                <a:schemeClr val="lt1"/>
              </a:solidFill>
              <a:effectLst/>
              <a:uFillTx/>
              <a:latin typeface="Century Gothic"/>
            </a:endParaRPr>
          </a:p>
        </p:txBody>
      </p:sp>
      <p:sp>
        <p:nvSpPr>
          <p:cNvPr id="307" name="PlaceHolder 2"/>
          <p:cNvSpPr>
            <a:spLocks noGrp="1"/>
          </p:cNvSpPr>
          <p:nvPr>
            <p:ph type="title"/>
          </p:nvPr>
        </p:nvSpPr>
        <p:spPr>
          <a:xfrm>
            <a:off x="106920" y="48024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1" lang="en-US" sz="2600" strike="noStrike" u="none" cap="all">
                <a:solidFill>
                  <a:schemeClr val="dk1"/>
                </a:solidFill>
                <a:effectLst/>
                <a:uFillTx/>
                <a:latin typeface="DejaVu Math TeX Gyre"/>
              </a:rPr>
              <a:t>WORKFLOW OF THE SYSTEM</a:t>
            </a:r>
            <a:endParaRPr b="0" lang="en-US" sz="2600" strike="noStrike" u="none">
              <a:solidFill>
                <a:schemeClr val="lt1"/>
              </a:solidFill>
              <a:effectLst/>
              <a:uFillTx/>
              <a:latin typeface="Century Gothic"/>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p:nvPr>
        </p:nvSpPr>
        <p:spPr>
          <a:xfrm>
            <a:off x="457200" y="1670400"/>
            <a:ext cx="8228880" cy="3669840"/>
          </a:xfrm>
          <a:prstGeom prst="rect">
            <a:avLst/>
          </a:prstGeom>
          <a:noFill/>
          <a:ln w="0">
            <a:noFill/>
          </a:ln>
        </p:spPr>
        <p:txBody>
          <a:bodyPr lIns="91440" rIns="91440" tIns="45720" bIns="45720" anchor="t">
            <a:noAutofit/>
          </a:bodyPr>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Hardware components were assembled and connected successfully.</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Sensors continuously monitor electrical parameters.</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ESP32 calculates voltage, current, and power values.</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Wi-Fi communication transmits data to cloud platform.</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ThingSpeak dashboard visualizes real-time readings.</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The system was tested under different electrical loads.</a:t>
            </a:r>
            <a:endParaRPr b="0" lang="en-US" sz="1700" strike="noStrike" u="none">
              <a:solidFill>
                <a:schemeClr val="lt1"/>
              </a:solidFill>
              <a:effectLst/>
              <a:uFillTx/>
              <a:latin typeface="Century Gothic"/>
            </a:endParaRPr>
          </a:p>
        </p:txBody>
      </p:sp>
      <p:sp>
        <p:nvSpPr>
          <p:cNvPr id="309" name="PlaceHolder 2"/>
          <p:cNvSpPr>
            <a:spLocks noGrp="1"/>
          </p:cNvSpPr>
          <p:nvPr>
            <p:ph type="title"/>
          </p:nvPr>
        </p:nvSpPr>
        <p:spPr>
          <a:xfrm>
            <a:off x="140040" y="49032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1" lang="en-US" sz="2600" strike="noStrike" u="none" cap="all">
                <a:solidFill>
                  <a:schemeClr val="dk1"/>
                </a:solidFill>
                <a:effectLst/>
                <a:uFillTx/>
                <a:latin typeface="DejaVu Math TeX Gyre"/>
              </a:rPr>
              <a:t>IMPLEMENTATION</a:t>
            </a:r>
            <a:endParaRPr b="0" lang="en-US" sz="2600" strike="noStrike" u="none">
              <a:solidFill>
                <a:schemeClr val="lt1"/>
              </a:solidFill>
              <a:effectLst/>
              <a:uFillTx/>
              <a:latin typeface="Century Gothic"/>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TextBox 95"/>
          <p:cNvSpPr/>
          <p:nvPr/>
        </p:nvSpPr>
        <p:spPr>
          <a:xfrm>
            <a:off x="2706480" y="642960"/>
            <a:ext cx="3192120" cy="508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2600" strike="noStrike" u="none">
                <a:solidFill>
                  <a:schemeClr val="dk1"/>
                </a:solidFill>
                <a:effectLst/>
                <a:uFillTx/>
                <a:latin typeface="DejaVu Math TeX Gyre"/>
              </a:rPr>
              <a:t>Modules</a:t>
            </a:r>
            <a:endParaRPr b="0" lang="en-IN" sz="2600" strike="noStrike" u="none">
              <a:solidFill>
                <a:srgbClr val="000000"/>
              </a:solidFill>
              <a:effectLst/>
              <a:uFillTx/>
              <a:latin typeface="Arial"/>
            </a:endParaRPr>
          </a:p>
        </p:txBody>
      </p:sp>
      <p:sp>
        <p:nvSpPr>
          <p:cNvPr id="311" name="TextBox 96"/>
          <p:cNvSpPr/>
          <p:nvPr/>
        </p:nvSpPr>
        <p:spPr>
          <a:xfrm>
            <a:off x="958320" y="1775160"/>
            <a:ext cx="7227000" cy="2417040"/>
          </a:xfrm>
          <a:prstGeom prst="rect">
            <a:avLst/>
          </a:prstGeom>
          <a:noFill/>
          <a:ln w="0">
            <a:noFill/>
          </a:ln>
        </p:spPr>
        <p:style>
          <a:lnRef idx="0"/>
          <a:fillRef idx="0"/>
          <a:effectRef idx="0"/>
          <a:fontRef idx="minor"/>
        </p:style>
        <p:txBody>
          <a:bodyPr lIns="90000" rIns="90000" tIns="45000" bIns="45000" anchor="t">
            <a:spAutoFit/>
          </a:bodyPr>
          <a:p>
            <a:pPr defTabSz="914400">
              <a:lnSpc>
                <a:spcPct val="150000"/>
              </a:lnSpc>
              <a:spcBef>
                <a:spcPts val="567"/>
              </a:spcBef>
              <a:spcAft>
                <a:spcPts val="567"/>
              </a:spcAft>
            </a:pPr>
            <a:r>
              <a:rPr b="0" lang="en-IN" sz="1700" strike="noStrike" u="none">
                <a:solidFill>
                  <a:schemeClr val="dk1"/>
                </a:solidFill>
                <a:effectLst/>
                <a:uFillTx/>
                <a:latin typeface="Calibri"/>
              </a:rPr>
              <a:t>• </a:t>
            </a:r>
            <a:r>
              <a:rPr b="0" lang="en-IN" sz="1700" strike="noStrike" u="none">
                <a:solidFill>
                  <a:schemeClr val="dk1"/>
                </a:solidFill>
                <a:effectLst/>
                <a:uFillTx/>
                <a:latin typeface="Calibri"/>
              </a:rPr>
              <a:t>	</a:t>
            </a:r>
            <a:r>
              <a:rPr b="0" lang="en-IN" sz="1700" strike="noStrike" u="none">
                <a:solidFill>
                  <a:schemeClr val="dk1"/>
                </a:solidFill>
                <a:effectLst/>
                <a:uFillTx/>
                <a:latin typeface="Calibri"/>
              </a:rPr>
              <a:t>Thingspeak Cloud Integration</a:t>
            </a:r>
            <a:endParaRPr b="0" lang="en-IN" sz="1700" strike="noStrike" u="none">
              <a:solidFill>
                <a:srgbClr val="000000"/>
              </a:solidFill>
              <a:effectLst/>
              <a:uFillTx/>
              <a:latin typeface="Arial"/>
            </a:endParaRPr>
          </a:p>
          <a:p>
            <a:pPr marL="343080" indent="-343080" defTabSz="457200">
              <a:lnSpc>
                <a:spcPct val="150000"/>
              </a:lnSpc>
              <a:spcBef>
                <a:spcPts val="907"/>
              </a:spcBef>
              <a:spcAft>
                <a:spcPts val="567"/>
              </a:spcAft>
              <a:buClr>
                <a:srgbClr val="000000"/>
              </a:buClr>
              <a:buFont typeface="Arial"/>
              <a:buChar char="•"/>
            </a:pPr>
            <a:r>
              <a:rPr b="0" lang="en-IN" sz="1700" strike="noStrike" u="none">
                <a:solidFill>
                  <a:schemeClr val="dk1"/>
                </a:solidFill>
                <a:effectLst/>
                <a:uFillTx/>
                <a:latin typeface="Calibri"/>
                <a:ea typeface="Noto Sans CJK SC"/>
              </a:rPr>
              <a:t>          Arduino Programming</a:t>
            </a:r>
            <a:endParaRPr b="0" lang="en-IN" sz="1700" strike="noStrike" u="none">
              <a:solidFill>
                <a:srgbClr val="000000"/>
              </a:solidFill>
              <a:effectLst/>
              <a:uFillTx/>
              <a:latin typeface="Arial"/>
            </a:endParaRPr>
          </a:p>
          <a:p>
            <a:pPr defTabSz="914400">
              <a:lnSpc>
                <a:spcPct val="150000"/>
              </a:lnSpc>
              <a:spcBef>
                <a:spcPts val="567"/>
              </a:spcBef>
              <a:spcAft>
                <a:spcPts val="567"/>
              </a:spcAft>
            </a:pPr>
            <a:r>
              <a:rPr b="0" lang="en-IN" sz="1700" strike="noStrike" u="none">
                <a:solidFill>
                  <a:schemeClr val="dk1"/>
                </a:solidFill>
                <a:effectLst/>
                <a:uFillTx/>
                <a:latin typeface="Calibri"/>
                <a:ea typeface="Noto Sans CJK SC"/>
              </a:rPr>
              <a:t>•</a:t>
            </a:r>
            <a:r>
              <a:rPr b="0" lang="en-IN" sz="1700" strike="noStrike" u="none">
                <a:solidFill>
                  <a:schemeClr val="dk1"/>
                </a:solidFill>
                <a:effectLst/>
                <a:uFillTx/>
                <a:latin typeface="Calibri"/>
                <a:ea typeface="Noto Sans CJK SC"/>
              </a:rPr>
              <a:t>	</a:t>
            </a:r>
            <a:r>
              <a:rPr b="0" lang="en-IN" sz="1700" strike="noStrike" u="none">
                <a:solidFill>
                  <a:schemeClr val="dk1"/>
                </a:solidFill>
                <a:effectLst/>
                <a:uFillTx/>
                <a:latin typeface="Calibri"/>
                <a:ea typeface="Noto Sans CJK SC"/>
              </a:rPr>
              <a:t>Web Dash Board Creation </a:t>
            </a:r>
            <a:endParaRPr b="0" lang="en-IN" sz="1700" strike="noStrike" u="none">
              <a:solidFill>
                <a:srgbClr val="000000"/>
              </a:solidFill>
              <a:effectLst/>
              <a:uFillTx/>
              <a:latin typeface="Arial"/>
            </a:endParaRPr>
          </a:p>
          <a:p>
            <a:pPr defTabSz="914400">
              <a:lnSpc>
                <a:spcPct val="150000"/>
              </a:lnSpc>
              <a:spcBef>
                <a:spcPts val="1191"/>
              </a:spcBef>
              <a:spcAft>
                <a:spcPts val="1559"/>
              </a:spcAft>
            </a:pPr>
            <a:r>
              <a:rPr b="0" lang="en-IN" sz="1700" strike="noStrike" u="none">
                <a:solidFill>
                  <a:schemeClr val="dk1"/>
                </a:solidFill>
                <a:effectLst/>
                <a:uFillTx/>
                <a:latin typeface="Calibri"/>
                <a:ea typeface="Noto Sans CJK SC"/>
              </a:rPr>
              <a:t>• </a:t>
            </a:r>
            <a:r>
              <a:rPr b="0" lang="en-IN" sz="1700" strike="noStrike" u="none">
                <a:solidFill>
                  <a:schemeClr val="dk1"/>
                </a:solidFill>
                <a:effectLst/>
                <a:uFillTx/>
                <a:latin typeface="Calibri"/>
                <a:ea typeface="Noto Sans CJK SC"/>
              </a:rPr>
              <a:t>	</a:t>
            </a:r>
            <a:r>
              <a:rPr b="0" lang="en-IN" sz="1700" strike="noStrike" u="none">
                <a:solidFill>
                  <a:schemeClr val="dk1"/>
                </a:solidFill>
                <a:effectLst/>
                <a:uFillTx/>
                <a:latin typeface="Calibri"/>
                <a:ea typeface="Noto Sans CJK SC"/>
              </a:rPr>
              <a:t>Data Visualization</a:t>
            </a:r>
            <a:endParaRPr b="0" lang="en-IN" sz="1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p:nvPr>
        </p:nvSpPr>
        <p:spPr>
          <a:xfrm>
            <a:off x="457200" y="1892520"/>
            <a:ext cx="8228880" cy="3669840"/>
          </a:xfrm>
          <a:prstGeom prst="rect">
            <a:avLst/>
          </a:prstGeom>
          <a:noFill/>
          <a:ln w="0">
            <a:noFill/>
          </a:ln>
        </p:spPr>
        <p:txBody>
          <a:bodyPr lIns="91440" rIns="91440" tIns="45720" bIns="45720" anchor="t">
            <a:noAutofit/>
          </a:bodyPr>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ThingSpeak platform is used for cloud-based monitoring.</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ESP32 uploads real-time sensor data through Wi-Fi.</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Voltage, current, and power readings are visualized as graphs.</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Data can be monitored remotely from any location.</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Cloud storage helps in future analysis and tracking.</a:t>
            </a:r>
            <a:endParaRPr b="0" lang="en-US" sz="1700" strike="noStrike" u="none">
              <a:solidFill>
                <a:schemeClr val="lt1"/>
              </a:solidFill>
              <a:effectLst/>
              <a:uFillTx/>
              <a:latin typeface="Century Gothic"/>
            </a:endParaRPr>
          </a:p>
          <a:p>
            <a:pPr marL="343080" indent="0" defTabSz="457200">
              <a:lnSpc>
                <a:spcPct val="100000"/>
              </a:lnSpc>
              <a:spcBef>
                <a:spcPts val="340"/>
              </a:spcBef>
              <a:buNone/>
              <a:tabLst>
                <a:tab algn="l" pos="0"/>
              </a:tabLst>
            </a:pPr>
            <a:endParaRPr b="0" lang="en-US" sz="1700" strike="noStrike" u="none">
              <a:solidFill>
                <a:schemeClr val="lt1"/>
              </a:solidFill>
              <a:effectLst/>
              <a:uFillTx/>
              <a:latin typeface="Century Gothic"/>
            </a:endParaRPr>
          </a:p>
        </p:txBody>
      </p:sp>
      <p:sp>
        <p:nvSpPr>
          <p:cNvPr id="313" name="PlaceHolder 2"/>
          <p:cNvSpPr>
            <a:spLocks noGrp="1"/>
          </p:cNvSpPr>
          <p:nvPr>
            <p:ph type="title"/>
          </p:nvPr>
        </p:nvSpPr>
        <p:spPr>
          <a:xfrm>
            <a:off x="322920" y="53928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1" lang="en-US" sz="2600" strike="noStrike" u="none" cap="all">
                <a:solidFill>
                  <a:schemeClr val="dk1"/>
                </a:solidFill>
                <a:effectLst/>
                <a:uFillTx/>
                <a:latin typeface="DejaVu Math TeX Gyre"/>
              </a:rPr>
              <a:t>THINGSPEAK CLOUD INTEGRATION</a:t>
            </a:r>
            <a:endParaRPr b="0" lang="en-US" sz="2600" strike="noStrike" u="none">
              <a:solidFill>
                <a:schemeClr val="lt1"/>
              </a:solidFill>
              <a:effectLst/>
              <a:uFillTx/>
              <a:latin typeface="Century Gothic"/>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TextBox 99"/>
          <p:cNvSpPr/>
          <p:nvPr/>
        </p:nvSpPr>
        <p:spPr>
          <a:xfrm>
            <a:off x="2213640" y="703800"/>
            <a:ext cx="5223960" cy="751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2600" strike="noStrike" u="none">
                <a:solidFill>
                  <a:schemeClr val="dk1"/>
                </a:solidFill>
                <a:effectLst/>
                <a:uFillTx/>
                <a:latin typeface="DejaVu Math TeX Gyre"/>
              </a:rPr>
              <a:t>ARDUINO PROGRAMMING</a:t>
            </a:r>
            <a:endParaRPr b="0" lang="en-IN" sz="2600" strike="noStrike" u="none">
              <a:solidFill>
                <a:srgbClr val="000000"/>
              </a:solidFill>
              <a:effectLst/>
              <a:uFillTx/>
              <a:latin typeface="Arial"/>
            </a:endParaRPr>
          </a:p>
        </p:txBody>
      </p:sp>
      <p:sp>
        <p:nvSpPr>
          <p:cNvPr id="315" name="TextBox 100"/>
          <p:cNvSpPr/>
          <p:nvPr/>
        </p:nvSpPr>
        <p:spPr>
          <a:xfrm>
            <a:off x="522000" y="1769400"/>
            <a:ext cx="8099640" cy="4248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IN" sz="1700" strike="noStrike" u="none">
                <a:solidFill>
                  <a:schemeClr val="dk1"/>
                </a:solidFill>
                <a:effectLst/>
                <a:uFillTx/>
                <a:latin typeface="Calibri"/>
              </a:rPr>
              <a:t>•   Arduino IDE was used to develop and upload the program to the ESP32 microcontroller.</a:t>
            </a:r>
            <a:endParaRPr b="0" lang="en-IN" sz="1700" strike="noStrike" u="none">
              <a:solidFill>
                <a:srgbClr val="000000"/>
              </a:solidFill>
              <a:effectLst/>
              <a:uFillTx/>
              <a:latin typeface="Arial"/>
            </a:endParaRPr>
          </a:p>
          <a:p>
            <a:pPr defTabSz="914400">
              <a:lnSpc>
                <a:spcPct val="100000"/>
              </a:lnSpc>
            </a:pPr>
            <a:endParaRPr b="0" lang="en-IN" sz="1700" strike="noStrike" u="none">
              <a:solidFill>
                <a:srgbClr val="000000"/>
              </a:solidFill>
              <a:effectLst/>
              <a:uFillTx/>
              <a:latin typeface="Arial"/>
            </a:endParaRPr>
          </a:p>
          <a:p>
            <a:pPr defTabSz="914400">
              <a:lnSpc>
                <a:spcPct val="100000"/>
              </a:lnSpc>
            </a:pPr>
            <a:r>
              <a:rPr b="0" lang="en-IN" sz="1700" strike="noStrike" u="none">
                <a:solidFill>
                  <a:schemeClr val="dk1"/>
                </a:solidFill>
                <a:effectLst/>
                <a:uFillTx/>
                <a:latin typeface="Calibri"/>
              </a:rPr>
              <a:t>•   Electrical parameters such as voltage, current, power, and energy consumption are calculated using embedded logic.</a:t>
            </a:r>
            <a:endParaRPr b="0" lang="en-IN" sz="1700" strike="noStrike" u="none">
              <a:solidFill>
                <a:srgbClr val="000000"/>
              </a:solidFill>
              <a:effectLst/>
              <a:uFillTx/>
              <a:latin typeface="Arial"/>
            </a:endParaRPr>
          </a:p>
          <a:p>
            <a:pPr defTabSz="914400">
              <a:lnSpc>
                <a:spcPct val="100000"/>
              </a:lnSpc>
            </a:pPr>
            <a:endParaRPr b="0" lang="en-IN" sz="1700" strike="noStrike" u="none">
              <a:solidFill>
                <a:srgbClr val="000000"/>
              </a:solidFill>
              <a:effectLst/>
              <a:uFillTx/>
              <a:latin typeface="Arial"/>
            </a:endParaRPr>
          </a:p>
          <a:p>
            <a:pPr defTabSz="914400">
              <a:lnSpc>
                <a:spcPct val="100000"/>
              </a:lnSpc>
            </a:pPr>
            <a:r>
              <a:rPr b="0" lang="en-IN" sz="1700" strike="noStrike" u="none">
                <a:solidFill>
                  <a:schemeClr val="dk1"/>
                </a:solidFill>
                <a:effectLst/>
                <a:uFillTx/>
                <a:latin typeface="Calibri"/>
              </a:rPr>
              <a:t>•   Wi-Fi communication libraries were used to establish connection with the ThingSpeak cloud platform.</a:t>
            </a:r>
            <a:endParaRPr b="0" lang="en-IN" sz="1700" strike="noStrike" u="none">
              <a:solidFill>
                <a:srgbClr val="000000"/>
              </a:solidFill>
              <a:effectLst/>
              <a:uFillTx/>
              <a:latin typeface="Arial"/>
            </a:endParaRPr>
          </a:p>
          <a:p>
            <a:pPr defTabSz="914400">
              <a:lnSpc>
                <a:spcPct val="100000"/>
              </a:lnSpc>
            </a:pPr>
            <a:endParaRPr b="0" lang="en-IN" sz="1700" strike="noStrike" u="none">
              <a:solidFill>
                <a:srgbClr val="000000"/>
              </a:solidFill>
              <a:effectLst/>
              <a:uFillTx/>
              <a:latin typeface="Arial"/>
            </a:endParaRPr>
          </a:p>
          <a:p>
            <a:pPr defTabSz="914400">
              <a:lnSpc>
                <a:spcPct val="100000"/>
              </a:lnSpc>
            </a:pPr>
            <a:r>
              <a:rPr b="0" lang="en-IN" sz="1700" strike="noStrike" u="none">
                <a:solidFill>
                  <a:schemeClr val="dk1"/>
                </a:solidFill>
                <a:effectLst/>
                <a:uFillTx/>
                <a:latin typeface="Calibri"/>
              </a:rPr>
              <a:t>•   Sensor data is transmitted periodically for real-time monitoring and analysis.</a:t>
            </a:r>
            <a:endParaRPr b="0" lang="en-IN" sz="1700" strike="noStrike" u="none">
              <a:solidFill>
                <a:srgbClr val="000000"/>
              </a:solidFill>
              <a:effectLst/>
              <a:uFillTx/>
              <a:latin typeface="Arial"/>
            </a:endParaRPr>
          </a:p>
          <a:p>
            <a:pPr defTabSz="914400">
              <a:lnSpc>
                <a:spcPct val="100000"/>
              </a:lnSpc>
            </a:pPr>
            <a:endParaRPr b="0" lang="en-IN" sz="1700" strike="noStrike" u="none">
              <a:solidFill>
                <a:srgbClr val="000000"/>
              </a:solidFill>
              <a:effectLst/>
              <a:uFillTx/>
              <a:latin typeface="Arial"/>
            </a:endParaRPr>
          </a:p>
          <a:p>
            <a:pPr defTabSz="914400">
              <a:lnSpc>
                <a:spcPct val="100000"/>
              </a:lnSpc>
            </a:pPr>
            <a:r>
              <a:rPr b="0" lang="en-IN" sz="1700" strike="noStrike" u="none">
                <a:solidFill>
                  <a:schemeClr val="dk1"/>
                </a:solidFill>
                <a:effectLst/>
                <a:uFillTx/>
                <a:latin typeface="Calibri"/>
              </a:rPr>
              <a:t>•   The program also handles error detection and stable cloud communication.</a:t>
            </a:r>
            <a:endParaRPr b="0" lang="en-IN" sz="1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TextBox 101"/>
          <p:cNvSpPr/>
          <p:nvPr/>
        </p:nvSpPr>
        <p:spPr>
          <a:xfrm>
            <a:off x="2065680" y="873720"/>
            <a:ext cx="6082560" cy="751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2600" strike="noStrike" u="none">
                <a:solidFill>
                  <a:schemeClr val="dk1"/>
                </a:solidFill>
                <a:effectLst/>
                <a:uFillTx/>
                <a:latin typeface="DejaVu Math TeX Gyre"/>
              </a:rPr>
              <a:t>WEB DASHBOARD CREATION</a:t>
            </a:r>
            <a:endParaRPr b="0" lang="en-IN" sz="2600" strike="noStrike" u="none">
              <a:solidFill>
                <a:srgbClr val="000000"/>
              </a:solidFill>
              <a:effectLst/>
              <a:uFillTx/>
              <a:latin typeface="Arial"/>
            </a:endParaRPr>
          </a:p>
        </p:txBody>
      </p:sp>
      <p:sp>
        <p:nvSpPr>
          <p:cNvPr id="317" name="TextBox 102"/>
          <p:cNvSpPr/>
          <p:nvPr/>
        </p:nvSpPr>
        <p:spPr>
          <a:xfrm>
            <a:off x="527760" y="1716480"/>
            <a:ext cx="8414640" cy="33411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IN" sz="1700" strike="noStrike" u="none">
                <a:solidFill>
                  <a:schemeClr val="dk1"/>
                </a:solidFill>
                <a:effectLst/>
                <a:uFillTx/>
                <a:latin typeface="Calibri"/>
              </a:rPr>
              <a:t>• A web dashboard was created to display real-time electricity monitoring data.</a:t>
            </a:r>
            <a:endParaRPr b="0" lang="en-IN" sz="1700" strike="noStrike" u="none">
              <a:solidFill>
                <a:srgbClr val="000000"/>
              </a:solidFill>
              <a:effectLst/>
              <a:uFillTx/>
              <a:latin typeface="Arial"/>
            </a:endParaRPr>
          </a:p>
          <a:p>
            <a:pPr defTabSz="914400">
              <a:lnSpc>
                <a:spcPct val="100000"/>
              </a:lnSpc>
            </a:pPr>
            <a:endParaRPr b="0" lang="en-IN" sz="1700" strike="noStrike" u="none">
              <a:solidFill>
                <a:srgbClr val="000000"/>
              </a:solidFill>
              <a:effectLst/>
              <a:uFillTx/>
              <a:latin typeface="Arial"/>
            </a:endParaRPr>
          </a:p>
          <a:p>
            <a:pPr defTabSz="914400">
              <a:lnSpc>
                <a:spcPct val="100000"/>
              </a:lnSpc>
            </a:pPr>
            <a:r>
              <a:rPr b="0" lang="en-IN" sz="1700" strike="noStrike" u="none">
                <a:solidFill>
                  <a:schemeClr val="dk1"/>
                </a:solidFill>
                <a:effectLst/>
                <a:uFillTx/>
                <a:latin typeface="Calibri"/>
              </a:rPr>
              <a:t>• HTML, CSS, and JavaScript were used to design the user interface.</a:t>
            </a:r>
            <a:endParaRPr b="0" lang="en-IN" sz="1700" strike="noStrike" u="none">
              <a:solidFill>
                <a:srgbClr val="000000"/>
              </a:solidFill>
              <a:effectLst/>
              <a:uFillTx/>
              <a:latin typeface="Arial"/>
            </a:endParaRPr>
          </a:p>
          <a:p>
            <a:pPr defTabSz="914400">
              <a:lnSpc>
                <a:spcPct val="100000"/>
              </a:lnSpc>
            </a:pPr>
            <a:endParaRPr b="0" lang="en-IN" sz="1700" strike="noStrike" u="none">
              <a:solidFill>
                <a:srgbClr val="000000"/>
              </a:solidFill>
              <a:effectLst/>
              <a:uFillTx/>
              <a:latin typeface="Arial"/>
            </a:endParaRPr>
          </a:p>
          <a:p>
            <a:pPr defTabSz="914400">
              <a:lnSpc>
                <a:spcPct val="100000"/>
              </a:lnSpc>
            </a:pPr>
            <a:r>
              <a:rPr b="0" lang="en-IN" sz="1700" strike="noStrike" u="none">
                <a:solidFill>
                  <a:schemeClr val="dk1"/>
                </a:solidFill>
                <a:effectLst/>
                <a:uFillTx/>
                <a:latin typeface="Calibri"/>
              </a:rPr>
              <a:t>• The dashboard displays voltage, current, power, and energy readings dynamically.</a:t>
            </a:r>
            <a:endParaRPr b="0" lang="en-IN" sz="1700" strike="noStrike" u="none">
              <a:solidFill>
                <a:srgbClr val="000000"/>
              </a:solidFill>
              <a:effectLst/>
              <a:uFillTx/>
              <a:latin typeface="Arial"/>
            </a:endParaRPr>
          </a:p>
          <a:p>
            <a:pPr defTabSz="914400">
              <a:lnSpc>
                <a:spcPct val="100000"/>
              </a:lnSpc>
            </a:pPr>
            <a:endParaRPr b="0" lang="en-IN" sz="1700" strike="noStrike" u="none">
              <a:solidFill>
                <a:srgbClr val="000000"/>
              </a:solidFill>
              <a:effectLst/>
              <a:uFillTx/>
              <a:latin typeface="Arial"/>
            </a:endParaRPr>
          </a:p>
          <a:p>
            <a:pPr defTabSz="914400">
              <a:lnSpc>
                <a:spcPct val="100000"/>
              </a:lnSpc>
            </a:pPr>
            <a:r>
              <a:rPr b="0" lang="en-IN" sz="1700" strike="noStrike" u="none">
                <a:solidFill>
                  <a:schemeClr val="dk1"/>
                </a:solidFill>
                <a:effectLst/>
                <a:uFillTx/>
                <a:latin typeface="Calibri"/>
              </a:rPr>
              <a:t>• ThingSpeak cloud API was integrated to fetch and visualize live sensor data.</a:t>
            </a:r>
            <a:endParaRPr b="0" lang="en-IN" sz="1700" strike="noStrike" u="none">
              <a:solidFill>
                <a:srgbClr val="000000"/>
              </a:solidFill>
              <a:effectLst/>
              <a:uFillTx/>
              <a:latin typeface="Arial"/>
            </a:endParaRPr>
          </a:p>
          <a:p>
            <a:pPr defTabSz="914400">
              <a:lnSpc>
                <a:spcPct val="100000"/>
              </a:lnSpc>
            </a:pPr>
            <a:endParaRPr b="0" lang="en-IN" sz="1700" strike="noStrike" u="none">
              <a:solidFill>
                <a:srgbClr val="000000"/>
              </a:solidFill>
              <a:effectLst/>
              <a:uFillTx/>
              <a:latin typeface="Arial"/>
            </a:endParaRPr>
          </a:p>
          <a:p>
            <a:pPr defTabSz="914400">
              <a:lnSpc>
                <a:spcPct val="100000"/>
              </a:lnSpc>
            </a:pPr>
            <a:r>
              <a:rPr b="0" lang="en-IN" sz="1700" strike="noStrike" u="none">
                <a:solidFill>
                  <a:schemeClr val="dk1"/>
                </a:solidFill>
                <a:effectLst/>
                <a:uFillTx/>
                <a:latin typeface="Calibri"/>
              </a:rPr>
              <a:t>• Graphical representation improves user understanding and energy analysis.</a:t>
            </a:r>
            <a:endParaRPr b="0" lang="en-IN" sz="1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TextBox 103"/>
          <p:cNvSpPr/>
          <p:nvPr/>
        </p:nvSpPr>
        <p:spPr>
          <a:xfrm>
            <a:off x="2286360" y="752760"/>
            <a:ext cx="4570920" cy="751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2600" strike="noStrike" u="none">
                <a:solidFill>
                  <a:schemeClr val="dk1"/>
                </a:solidFill>
                <a:effectLst/>
                <a:uFillTx/>
                <a:latin typeface="DejaVu Math TeX Gyre"/>
              </a:rPr>
              <a:t>DATA VISUALIZATION</a:t>
            </a:r>
            <a:endParaRPr b="0" lang="en-IN" sz="2600" strike="noStrike" u="none">
              <a:solidFill>
                <a:srgbClr val="000000"/>
              </a:solidFill>
              <a:effectLst/>
              <a:uFillTx/>
              <a:latin typeface="Arial"/>
            </a:endParaRPr>
          </a:p>
        </p:txBody>
      </p:sp>
      <p:sp>
        <p:nvSpPr>
          <p:cNvPr id="319" name="TextBox 104"/>
          <p:cNvSpPr/>
          <p:nvPr/>
        </p:nvSpPr>
        <p:spPr>
          <a:xfrm>
            <a:off x="533520" y="1375560"/>
            <a:ext cx="8076600" cy="369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b="0" lang="en-IN" sz="1700" strike="noStrike" u="none">
              <a:solidFill>
                <a:srgbClr val="000000"/>
              </a:solidFill>
              <a:effectLst/>
              <a:uFillTx/>
              <a:latin typeface="Arial"/>
            </a:endParaRPr>
          </a:p>
          <a:p>
            <a:pPr defTabSz="914400">
              <a:lnSpc>
                <a:spcPct val="100000"/>
              </a:lnSpc>
            </a:pPr>
            <a:r>
              <a:rPr b="0" lang="en-IN" sz="1700" strike="noStrike" u="none">
                <a:solidFill>
                  <a:schemeClr val="dk1"/>
                </a:solidFill>
                <a:effectLst/>
                <a:uFillTx/>
                <a:latin typeface="Calibri"/>
              </a:rPr>
              <a:t>• Real-time sensor data is visualized using ThingSpeak graphical charts.</a:t>
            </a:r>
            <a:endParaRPr b="0" lang="en-IN" sz="1700" strike="noStrike" u="none">
              <a:solidFill>
                <a:srgbClr val="000000"/>
              </a:solidFill>
              <a:effectLst/>
              <a:uFillTx/>
              <a:latin typeface="Arial"/>
            </a:endParaRPr>
          </a:p>
          <a:p>
            <a:pPr defTabSz="914400">
              <a:lnSpc>
                <a:spcPct val="100000"/>
              </a:lnSpc>
            </a:pPr>
            <a:endParaRPr b="0" lang="en-IN" sz="1700" strike="noStrike" u="none">
              <a:solidFill>
                <a:srgbClr val="000000"/>
              </a:solidFill>
              <a:effectLst/>
              <a:uFillTx/>
              <a:latin typeface="Arial"/>
            </a:endParaRPr>
          </a:p>
          <a:p>
            <a:pPr defTabSz="914400">
              <a:lnSpc>
                <a:spcPct val="100000"/>
              </a:lnSpc>
            </a:pPr>
            <a:r>
              <a:rPr b="0" lang="en-IN" sz="1700" strike="noStrike" u="none">
                <a:solidFill>
                  <a:schemeClr val="dk1"/>
                </a:solidFill>
                <a:effectLst/>
                <a:uFillTx/>
                <a:latin typeface="Calibri"/>
              </a:rPr>
              <a:t>• Voltage, current, and power values are displayed continuously.</a:t>
            </a:r>
            <a:endParaRPr b="0" lang="en-IN" sz="1700" strike="noStrike" u="none">
              <a:solidFill>
                <a:srgbClr val="000000"/>
              </a:solidFill>
              <a:effectLst/>
              <a:uFillTx/>
              <a:latin typeface="Arial"/>
            </a:endParaRPr>
          </a:p>
          <a:p>
            <a:pPr defTabSz="914400">
              <a:lnSpc>
                <a:spcPct val="100000"/>
              </a:lnSpc>
            </a:pPr>
            <a:endParaRPr b="0" lang="en-IN" sz="1700" strike="noStrike" u="none">
              <a:solidFill>
                <a:srgbClr val="000000"/>
              </a:solidFill>
              <a:effectLst/>
              <a:uFillTx/>
              <a:latin typeface="Arial"/>
            </a:endParaRPr>
          </a:p>
          <a:p>
            <a:pPr defTabSz="914400">
              <a:lnSpc>
                <a:spcPct val="100000"/>
              </a:lnSpc>
            </a:pPr>
            <a:r>
              <a:rPr b="0" lang="en-IN" sz="1700" strike="noStrike" u="none">
                <a:solidFill>
                  <a:schemeClr val="dk1"/>
                </a:solidFill>
                <a:effectLst/>
                <a:uFillTx/>
                <a:latin typeface="Calibri"/>
              </a:rPr>
              <a:t>• Cloud-based visualization helps users analyze energy consumption patterns.</a:t>
            </a:r>
            <a:endParaRPr b="0" lang="en-IN" sz="1700" strike="noStrike" u="none">
              <a:solidFill>
                <a:srgbClr val="000000"/>
              </a:solidFill>
              <a:effectLst/>
              <a:uFillTx/>
              <a:latin typeface="Arial"/>
            </a:endParaRPr>
          </a:p>
          <a:p>
            <a:pPr defTabSz="914400">
              <a:lnSpc>
                <a:spcPct val="100000"/>
              </a:lnSpc>
            </a:pPr>
            <a:endParaRPr b="0" lang="en-IN" sz="1700" strike="noStrike" u="none">
              <a:solidFill>
                <a:srgbClr val="000000"/>
              </a:solidFill>
              <a:effectLst/>
              <a:uFillTx/>
              <a:latin typeface="Arial"/>
            </a:endParaRPr>
          </a:p>
          <a:p>
            <a:pPr defTabSz="914400">
              <a:lnSpc>
                <a:spcPct val="100000"/>
              </a:lnSpc>
            </a:pPr>
            <a:r>
              <a:rPr b="0" lang="en-IN" sz="1700" strike="noStrike" u="none">
                <a:solidFill>
                  <a:schemeClr val="dk1"/>
                </a:solidFill>
                <a:effectLst/>
                <a:uFillTx/>
                <a:latin typeface="Calibri"/>
              </a:rPr>
              <a:t>• Graphs improve monitoring efficiency and simplify energy management.</a:t>
            </a:r>
            <a:endParaRPr b="0" lang="en-IN" sz="1700" strike="noStrike" u="none">
              <a:solidFill>
                <a:srgbClr val="000000"/>
              </a:solidFill>
              <a:effectLst/>
              <a:uFillTx/>
              <a:latin typeface="Arial"/>
            </a:endParaRPr>
          </a:p>
          <a:p>
            <a:pPr defTabSz="914400">
              <a:lnSpc>
                <a:spcPct val="100000"/>
              </a:lnSpc>
            </a:pPr>
            <a:endParaRPr b="0" lang="en-IN" sz="1700" strike="noStrike" u="none">
              <a:solidFill>
                <a:srgbClr val="000000"/>
              </a:solidFill>
              <a:effectLst/>
              <a:uFillTx/>
              <a:latin typeface="Arial"/>
            </a:endParaRPr>
          </a:p>
          <a:p>
            <a:pPr defTabSz="914400">
              <a:lnSpc>
                <a:spcPct val="100000"/>
              </a:lnSpc>
            </a:pPr>
            <a:r>
              <a:rPr b="0" lang="en-IN" sz="1700" strike="noStrike" u="none">
                <a:solidFill>
                  <a:schemeClr val="dk1"/>
                </a:solidFill>
                <a:effectLst/>
                <a:uFillTx/>
                <a:latin typeface="Calibri"/>
              </a:rPr>
              <a:t>• Visualization helps identify abnormal power usage and overload conditions.</a:t>
            </a:r>
            <a:endParaRPr b="0" lang="en-IN" sz="1700" strike="noStrike" u="none">
              <a:solidFill>
                <a:srgbClr val="000000"/>
              </a:solidFill>
              <a:effectLst/>
              <a:uFillTx/>
              <a:latin typeface="Arial"/>
            </a:endParaRPr>
          </a:p>
          <a:p>
            <a:pPr defTabSz="914400">
              <a:lnSpc>
                <a:spcPct val="100000"/>
              </a:lnSpc>
            </a:pPr>
            <a:endParaRPr b="0" lang="en-IN" sz="1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TextBox 105"/>
          <p:cNvSpPr/>
          <p:nvPr/>
        </p:nvSpPr>
        <p:spPr>
          <a:xfrm>
            <a:off x="257040" y="281160"/>
            <a:ext cx="5390640" cy="421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2100" strike="noStrike" u="none">
                <a:solidFill>
                  <a:schemeClr val="dk1"/>
                </a:solidFill>
                <a:effectLst/>
                <a:uFillTx/>
                <a:latin typeface="DejaVu Math TeX Gyre"/>
              </a:rPr>
              <a:t>User Login</a:t>
            </a:r>
            <a:endParaRPr b="0" lang="en-IN" sz="2100" strike="noStrike" u="none">
              <a:solidFill>
                <a:srgbClr val="000000"/>
              </a:solidFill>
              <a:effectLst/>
              <a:uFillTx/>
              <a:latin typeface="Arial"/>
            </a:endParaRPr>
          </a:p>
        </p:txBody>
      </p:sp>
      <p:pic>
        <p:nvPicPr>
          <p:cNvPr id="321" name="Picture 106" descr=""/>
          <p:cNvPicPr/>
          <p:nvPr/>
        </p:nvPicPr>
        <p:blipFill>
          <a:blip r:embed="rId1"/>
          <a:srcRect l="0" t="5778" r="0" b="0"/>
          <a:stretch/>
        </p:blipFill>
        <p:spPr>
          <a:xfrm rot="14400">
            <a:off x="469080" y="1259640"/>
            <a:ext cx="8341200" cy="358236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TextBox 107"/>
          <p:cNvSpPr/>
          <p:nvPr/>
        </p:nvSpPr>
        <p:spPr>
          <a:xfrm>
            <a:off x="0" y="307080"/>
            <a:ext cx="3779640" cy="6235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2100" strike="noStrike" u="none">
                <a:solidFill>
                  <a:schemeClr val="dk1"/>
                </a:solidFill>
                <a:effectLst/>
                <a:uFillTx/>
                <a:latin typeface="DejaVu Math TeX Gyre"/>
              </a:rPr>
              <a:t>Organization Login</a:t>
            </a:r>
            <a:endParaRPr b="0" lang="en-IN" sz="2100" strike="noStrike" u="none">
              <a:solidFill>
                <a:srgbClr val="000000"/>
              </a:solidFill>
              <a:effectLst/>
              <a:uFillTx/>
              <a:latin typeface="Arial"/>
            </a:endParaRPr>
          </a:p>
        </p:txBody>
      </p:sp>
      <p:pic>
        <p:nvPicPr>
          <p:cNvPr id="323" name="Picture 108" descr=""/>
          <p:cNvPicPr/>
          <p:nvPr/>
        </p:nvPicPr>
        <p:blipFill>
          <a:blip r:embed="rId1"/>
          <a:srcRect l="-3" t="12138" r="-1184" b="5"/>
          <a:stretch/>
        </p:blipFill>
        <p:spPr>
          <a:xfrm>
            <a:off x="540360" y="1080000"/>
            <a:ext cx="8099280" cy="386316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4" name="Picture 109" descr=""/>
          <p:cNvPicPr/>
          <p:nvPr/>
        </p:nvPicPr>
        <p:blipFill>
          <a:blip r:embed="rId1"/>
          <a:srcRect l="0" t="19595" r="0" b="19073"/>
          <a:stretch/>
        </p:blipFill>
        <p:spPr>
          <a:xfrm>
            <a:off x="720000" y="1080000"/>
            <a:ext cx="7739640" cy="2159640"/>
          </a:xfrm>
          <a:prstGeom prst="rect">
            <a:avLst/>
          </a:prstGeom>
          <a:noFill/>
          <a:ln w="0">
            <a:noFill/>
          </a:ln>
        </p:spPr>
      </p:pic>
      <p:pic>
        <p:nvPicPr>
          <p:cNvPr id="325" name="Picture 110" descr=""/>
          <p:cNvPicPr/>
          <p:nvPr/>
        </p:nvPicPr>
        <p:blipFill>
          <a:blip r:embed="rId2"/>
          <a:srcRect l="0" t="33191" r="0" b="407"/>
          <a:stretch/>
        </p:blipFill>
        <p:spPr>
          <a:xfrm>
            <a:off x="713520" y="3240000"/>
            <a:ext cx="7746120" cy="1979640"/>
          </a:xfrm>
          <a:prstGeom prst="rect">
            <a:avLst/>
          </a:prstGeom>
          <a:noFill/>
          <a:ln w="0">
            <a:noFill/>
          </a:ln>
        </p:spPr>
      </p:pic>
      <p:sp>
        <p:nvSpPr>
          <p:cNvPr id="326" name="TextBox 111"/>
          <p:cNvSpPr/>
          <p:nvPr/>
        </p:nvSpPr>
        <p:spPr>
          <a:xfrm>
            <a:off x="85320" y="342720"/>
            <a:ext cx="3599640" cy="359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2100" strike="noStrike" u="none">
                <a:solidFill>
                  <a:schemeClr val="dk1"/>
                </a:solidFill>
                <a:effectLst/>
                <a:uFillTx/>
                <a:latin typeface="DejaVu Math TeX Gyre"/>
              </a:rPr>
              <a:t>Web DashBoard</a:t>
            </a:r>
            <a:endParaRPr b="0" lang="en-IN"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7" name="Picture 112" descr=""/>
          <p:cNvPicPr/>
          <p:nvPr/>
        </p:nvPicPr>
        <p:blipFill>
          <a:blip r:embed="rId1"/>
          <a:srcRect l="4441" t="15277" r="4447" b="14134"/>
          <a:stretch/>
        </p:blipFill>
        <p:spPr>
          <a:xfrm>
            <a:off x="720360" y="2520720"/>
            <a:ext cx="7379280" cy="2518920"/>
          </a:xfrm>
          <a:prstGeom prst="rect">
            <a:avLst/>
          </a:prstGeom>
          <a:noFill/>
          <a:ln w="0">
            <a:noFill/>
          </a:ln>
        </p:spPr>
      </p:pic>
      <p:pic>
        <p:nvPicPr>
          <p:cNvPr id="328" name="Picture 113" descr=""/>
          <p:cNvPicPr/>
          <p:nvPr/>
        </p:nvPicPr>
        <p:blipFill>
          <a:blip r:embed="rId2"/>
          <a:srcRect l="0" t="15783" r="35556" b="31588"/>
          <a:stretch/>
        </p:blipFill>
        <p:spPr>
          <a:xfrm>
            <a:off x="720000" y="1020960"/>
            <a:ext cx="7199640" cy="1499400"/>
          </a:xfrm>
          <a:prstGeom prst="rect">
            <a:avLst/>
          </a:prstGeom>
          <a:noFill/>
          <a:ln w="0">
            <a:noFill/>
          </a:ln>
        </p:spPr>
      </p:pic>
      <p:sp>
        <p:nvSpPr>
          <p:cNvPr id="329" name="TextBox 114"/>
          <p:cNvSpPr/>
          <p:nvPr/>
        </p:nvSpPr>
        <p:spPr>
          <a:xfrm>
            <a:off x="0" y="259560"/>
            <a:ext cx="4139640" cy="1157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2100" strike="noStrike" u="none">
                <a:solidFill>
                  <a:schemeClr val="dk1"/>
                </a:solidFill>
                <a:effectLst/>
                <a:uFillTx/>
                <a:latin typeface="DejaVu Math TeX Gyre"/>
              </a:rPr>
              <a:t>Thingspeak DashBoard</a:t>
            </a:r>
            <a:endParaRPr b="0" lang="en-IN"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0" name="Picture 115" descr=""/>
          <p:cNvPicPr/>
          <p:nvPr/>
        </p:nvPicPr>
        <p:blipFill>
          <a:blip r:embed="rId1"/>
          <a:srcRect l="0" t="16634" r="0" b="0"/>
          <a:stretch/>
        </p:blipFill>
        <p:spPr>
          <a:xfrm>
            <a:off x="540000" y="1080000"/>
            <a:ext cx="8099640" cy="3779640"/>
          </a:xfrm>
          <a:prstGeom prst="rect">
            <a:avLst/>
          </a:prstGeom>
          <a:noFill/>
          <a:ln w="0">
            <a:noFill/>
          </a:ln>
        </p:spPr>
      </p:pic>
      <p:sp>
        <p:nvSpPr>
          <p:cNvPr id="331" name="TextBox 116"/>
          <p:cNvSpPr/>
          <p:nvPr/>
        </p:nvSpPr>
        <p:spPr>
          <a:xfrm>
            <a:off x="107280" y="247320"/>
            <a:ext cx="3321720" cy="357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2100" strike="noStrike" u="none">
                <a:solidFill>
                  <a:schemeClr val="dk1"/>
                </a:solidFill>
                <a:effectLst/>
                <a:uFillTx/>
                <a:latin typeface="DejaVu Math TeX Gyre"/>
              </a:rPr>
              <a:t>Data Visualization</a:t>
            </a:r>
            <a:endParaRPr b="0" lang="en-IN"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2" name="Picture 117" descr=""/>
          <p:cNvPicPr/>
          <p:nvPr/>
        </p:nvPicPr>
        <p:blipFill>
          <a:blip r:embed="rId1"/>
          <a:srcRect l="4671" t="17386" r="7477" b="0"/>
          <a:stretch/>
        </p:blipFill>
        <p:spPr>
          <a:xfrm>
            <a:off x="900000" y="1080000"/>
            <a:ext cx="7739640" cy="3419640"/>
          </a:xfrm>
          <a:prstGeom prst="rect">
            <a:avLst/>
          </a:prstGeom>
          <a:noFill/>
          <a:ln w="0">
            <a:noFill/>
          </a:ln>
        </p:spPr>
      </p:pic>
      <p:sp>
        <p:nvSpPr>
          <p:cNvPr id="333" name="TextBox 118"/>
          <p:cNvSpPr/>
          <p:nvPr/>
        </p:nvSpPr>
        <p:spPr>
          <a:xfrm>
            <a:off x="177480" y="299160"/>
            <a:ext cx="3321720" cy="357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2100" strike="noStrike" u="none">
                <a:solidFill>
                  <a:schemeClr val="dk1"/>
                </a:solidFill>
                <a:effectLst/>
                <a:uFillTx/>
                <a:latin typeface="DejaVu Math TeX Gyre"/>
              </a:rPr>
              <a:t>API Integration</a:t>
            </a:r>
            <a:endParaRPr b="0" lang="en-IN"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p:nvPr>
        </p:nvSpPr>
        <p:spPr>
          <a:xfrm>
            <a:off x="457560" y="1394640"/>
            <a:ext cx="8228880" cy="3669840"/>
          </a:xfrm>
          <a:prstGeom prst="rect">
            <a:avLst/>
          </a:prstGeom>
          <a:noFill/>
          <a:ln w="0">
            <a:noFill/>
          </a:ln>
        </p:spPr>
        <p:txBody>
          <a:bodyPr lIns="91440" rIns="91440" tIns="45720" bIns="45720" anchor="t">
            <a:noAutofit/>
          </a:bodyPr>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The system successfully monitored electricity consumption in real time.</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Voltage and current readings were transmitted accurately.</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Graphical visualization was generated using ThingSpeak.</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Real-time monitoring reduced manual monitoring complexity.</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The system effectively identified power usage variations.</a:t>
            </a:r>
            <a:endParaRPr b="0" lang="en-US" sz="1700" strike="noStrike" u="none">
              <a:solidFill>
                <a:schemeClr val="lt1"/>
              </a:solidFill>
              <a:effectLst/>
              <a:uFillTx/>
              <a:latin typeface="Century Gothic"/>
            </a:endParaRPr>
          </a:p>
          <a:p>
            <a:pPr marL="343080" indent="0" defTabSz="457200">
              <a:lnSpc>
                <a:spcPct val="150000"/>
              </a:lnSpc>
              <a:spcBef>
                <a:spcPts val="340"/>
              </a:spcBef>
              <a:buNone/>
              <a:tabLst>
                <a:tab algn="l" pos="0"/>
              </a:tabLst>
            </a:pPr>
            <a:r>
              <a:rPr b="0" lang="en-US" sz="1700" strike="noStrike" u="none">
                <a:solidFill>
                  <a:schemeClr val="dk1"/>
                </a:solidFill>
                <a:effectLst/>
                <a:uFillTx/>
                <a:latin typeface="Calibri"/>
              </a:rPr>
              <a:t>• Stable communication was achieved using ESP32 Wi-Fi module.</a:t>
            </a:r>
            <a:endParaRPr b="0" lang="en-US" sz="1700" strike="noStrike" u="none">
              <a:solidFill>
                <a:schemeClr val="lt1"/>
              </a:solidFill>
              <a:effectLst/>
              <a:uFillTx/>
              <a:latin typeface="Century Gothic"/>
            </a:endParaRPr>
          </a:p>
        </p:txBody>
      </p:sp>
      <p:sp>
        <p:nvSpPr>
          <p:cNvPr id="335" name="PlaceHolder 2"/>
          <p:cNvSpPr>
            <a:spLocks noGrp="1"/>
          </p:cNvSpPr>
          <p:nvPr>
            <p:ph type="title"/>
          </p:nvPr>
        </p:nvSpPr>
        <p:spPr>
          <a:xfrm>
            <a:off x="176760" y="37044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1" lang="en-US" sz="2600" strike="noStrike" u="none" cap="all">
                <a:solidFill>
                  <a:schemeClr val="dk1"/>
                </a:solidFill>
                <a:effectLst/>
                <a:uFillTx/>
                <a:latin typeface="DejaVu Math TeX Gyre"/>
              </a:rPr>
              <a:t>RESULTS AND ANALYSIS</a:t>
            </a:r>
            <a:endParaRPr b="0" lang="en-US" sz="2600" strike="noStrike" u="none">
              <a:solidFill>
                <a:schemeClr val="lt1"/>
              </a:solidFill>
              <a:effectLst/>
              <a:uFillTx/>
              <a:latin typeface="Century Gothic"/>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p:nvPr>
        </p:nvSpPr>
        <p:spPr>
          <a:xfrm>
            <a:off x="237960" y="1670400"/>
            <a:ext cx="8228880" cy="3669840"/>
          </a:xfrm>
          <a:prstGeom prst="rect">
            <a:avLst/>
          </a:prstGeom>
          <a:noFill/>
          <a:ln w="0">
            <a:noFill/>
          </a:ln>
        </p:spPr>
        <p:txBody>
          <a:bodyPr lIns="91440" rIns="91440" tIns="45720" bIns="45720" anchor="t">
            <a:noAutofit/>
          </a:bodyPr>
          <a:p>
            <a:pPr marL="414000" indent="0" algn="just" defTabSz="457200">
              <a:lnSpc>
                <a:spcPct val="100000"/>
              </a:lnSpc>
              <a:spcBef>
                <a:spcPts val="340"/>
              </a:spcBef>
              <a:buNone/>
              <a:tabLst>
                <a:tab algn="l" pos="0"/>
              </a:tabLst>
            </a:pPr>
            <a:r>
              <a:rPr b="0" lang="en-US" sz="1700" strike="noStrike" u="none">
                <a:solidFill>
                  <a:schemeClr val="dk1"/>
                </a:solidFill>
                <a:effectLst/>
                <a:uFillTx/>
                <a:latin typeface="Calibri"/>
              </a:rPr>
              <a:t> </a:t>
            </a:r>
            <a:r>
              <a:rPr b="0" lang="en-US" sz="1700" strike="noStrike" u="none">
                <a:solidFill>
                  <a:schemeClr val="dk1"/>
                </a:solidFill>
                <a:effectLst/>
                <a:uFillTx/>
                <a:latin typeface="Calibri"/>
              </a:rPr>
              <a:t>	</a:t>
            </a:r>
            <a:r>
              <a:rPr b="0" lang="en-US" sz="1700" strike="noStrike" u="none">
                <a:solidFill>
                  <a:schemeClr val="dk1"/>
                </a:solidFill>
                <a:effectLst/>
                <a:uFillTx/>
                <a:latin typeface="Calibri"/>
              </a:rPr>
              <a:t>	</a:t>
            </a:r>
            <a:r>
              <a:rPr b="0" lang="en-US" sz="1700" strike="noStrike" u="none">
                <a:solidFill>
                  <a:schemeClr val="dk1"/>
                </a:solidFill>
                <a:effectLst/>
                <a:uFillTx/>
                <a:latin typeface="Calibri"/>
              </a:rPr>
              <a:t>	</a:t>
            </a:r>
            <a:r>
              <a:rPr b="0" lang="en-US" sz="1800" strike="noStrike" u="none">
                <a:solidFill>
                  <a:schemeClr val="dk1"/>
                </a:solidFill>
                <a:effectLst/>
                <a:uFillTx/>
                <a:latin typeface="Calibri"/>
              </a:rPr>
              <a:t>The Real-Time Electricity Consumption Monitoring System successfully provides accurate and continuous monitoring of electrical energy usage using IoT technology. The integration of ESP32, sensors, and ThingSpeak cloud platform enables remote monitoring, graphical analysis, and efficient energy management. The project is scalable, cost-effective, and suitable for smart homes, industries, and energy monitoring applications. The project demonstrates how IoT technology can be effectively used for smart energy monitoring and future smart grid applications.</a:t>
            </a:r>
            <a:endParaRPr b="0" lang="en-US" sz="1800" strike="noStrike" u="none">
              <a:solidFill>
                <a:schemeClr val="lt1"/>
              </a:solidFill>
              <a:effectLst/>
              <a:uFillTx/>
              <a:latin typeface="Century Gothic"/>
            </a:endParaRPr>
          </a:p>
        </p:txBody>
      </p:sp>
      <p:sp>
        <p:nvSpPr>
          <p:cNvPr id="337" name="PlaceHolder 2"/>
          <p:cNvSpPr>
            <a:spLocks noGrp="1"/>
          </p:cNvSpPr>
          <p:nvPr>
            <p:ph type="title"/>
          </p:nvPr>
        </p:nvSpPr>
        <p:spPr>
          <a:xfrm>
            <a:off x="0" y="514800"/>
            <a:ext cx="8228880" cy="926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1" lang="en-US" sz="2600" strike="noStrike" u="none" cap="all">
                <a:solidFill>
                  <a:schemeClr val="dk1"/>
                </a:solidFill>
                <a:effectLst/>
                <a:uFillTx/>
                <a:latin typeface="DejaVu Math TeX Gyre"/>
              </a:rPr>
              <a:t>CONCLUSION</a:t>
            </a:r>
            <a:endParaRPr b="0" lang="en-US" sz="2600" strike="noStrike" u="none">
              <a:solidFill>
                <a:schemeClr val="lt1"/>
              </a:solidFill>
              <a:effectLst/>
              <a:uFillTx/>
              <a:latin typeface="Century Gothic"/>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9000"/>
                <a:lumMod val="110000"/>
              </a:schemeClr>
            </a:gs>
            <a:gs pos="52000">
              <a:schemeClr val="phClr">
                <a:tint val="74000"/>
                <a:lumMod val="104000"/>
              </a:schemeClr>
            </a:gs>
            <a:gs pos="100000">
              <a:schemeClr val="phClr">
                <a:tint val="78000"/>
                <a:lumMod val="100000"/>
              </a:schemeClr>
            </a:gs>
          </a:gsLst>
          <a:lin ang="5400000" scaled="0"/>
          <a:tileRect l="0" t="0" r="0" b="0"/>
        </a:gradFill>
        <a:gradFill>
          <a:gsLst>
            <a:gs pos="0">
              <a:schemeClr val="phClr">
                <a:tint val="96000"/>
                <a:lumMod val="104000"/>
              </a:schemeClr>
            </a:gs>
            <a:gs pos="78000">
              <a:schemeClr val="phClr">
                <a:shade val="100000"/>
                <a:lumMod val="100000"/>
              </a:schemeClr>
            </a:gs>
          </a:gsLst>
          <a:lin ang="5400000" scaled="0"/>
          <a:tileRect l="0" t="0" r="0" b="0"/>
        </a:gradFill>
      </a:fillStyleLst>
      <a:lnStyleLst>
        <a:ln w="9525" cap="flat" cmpd="sng" algn="ctr">
          <a:prstDash val="solid"/>
        </a:ln>
        <a:ln w="12700"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1_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pitchFamily="0" charset="1"/>
        <a:ea typeface=""/>
        <a:cs typeface=""/>
      </a:majorFont>
      <a:minorFont>
        <a:latin typeface="Century Gothic" panose="020B0502020202020204" pitchFamily="0" charset="1"/>
        <a:ea typeface=""/>
        <a:cs typeface=""/>
      </a:minorFont>
    </a:fontScheme>
    <a:fmtScheme>
      <a:fillStyleLst>
        <a:solidFill>
          <a:schemeClr val="phClr"/>
        </a:solidFill>
        <a:gradFill>
          <a:gsLst>
            <a:gs pos="0">
              <a:schemeClr val="phClr">
                <a:tint val="69000"/>
                <a:lumMod val="110000"/>
              </a:schemeClr>
            </a:gs>
            <a:gs pos="52000">
              <a:schemeClr val="phClr">
                <a:tint val="74000"/>
                <a:lumMod val="104000"/>
              </a:schemeClr>
            </a:gs>
            <a:gs pos="100000">
              <a:schemeClr val="phClr">
                <a:tint val="78000"/>
                <a:lumMod val="100000"/>
              </a:schemeClr>
            </a:gs>
          </a:gsLst>
          <a:lin ang="5400000" scaled="0"/>
          <a:tileRect l="0" t="0" r="0" b="0"/>
        </a:gradFill>
        <a:gradFill>
          <a:gsLst>
            <a:gs pos="0">
              <a:schemeClr val="phClr">
                <a:tint val="96000"/>
                <a:lumMod val="104000"/>
              </a:schemeClr>
            </a:gs>
            <a:gs pos="78000">
              <a:schemeClr val="phClr">
                <a:shade val="100000"/>
                <a:lumMod val="100000"/>
              </a:schemeClr>
            </a:gs>
          </a:gsLst>
          <a:lin ang="5400000" scaled="0"/>
          <a:tileRect l="0" t="0" r="0" b="0"/>
        </a:gradFill>
      </a:fillStyleLst>
      <a:lnStyleLst>
        <a:ln w="9525" cap="flat" cmpd="sng" algn="ctr">
          <a:prstDash val="solid"/>
        </a:ln>
        <a:ln w="12700"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38</TotalTime>
  <Application>LibreOffice/25.2.3.2$Linux_X86_64 LibreOffice_project/520$Build-2</Application>
  <AppVersion>15.0000</AppVersion>
  <Words>1037</Words>
  <Paragraphs>140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en-IN</dc:language>
  <cp:lastModifiedBy>jai ganesh</cp:lastModifiedBy>
  <dcterms:modified xsi:type="dcterms:W3CDTF">2026-05-09T03:33:56Z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27</vt:i4>
  </property>
</Properties>
</file>